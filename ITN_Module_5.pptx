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5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tags/tag6.xml" ContentType="application/vnd.openxmlformats-officedocument.presentationml.tags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0" r:id="rId1"/>
  </p:sldMasterIdLst>
  <p:notesMasterIdLst>
    <p:notesMasterId r:id="rId22"/>
  </p:notesMasterIdLst>
  <p:sldIdLst>
    <p:sldId id="876" r:id="rId2"/>
    <p:sldId id="860" r:id="rId3"/>
    <p:sldId id="759" r:id="rId4"/>
    <p:sldId id="1054" r:id="rId5"/>
    <p:sldId id="1091" r:id="rId6"/>
    <p:sldId id="1092" r:id="rId7"/>
    <p:sldId id="1093" r:id="rId8"/>
    <p:sldId id="1094" r:id="rId9"/>
    <p:sldId id="1095" r:id="rId10"/>
    <p:sldId id="1102" r:id="rId11"/>
    <p:sldId id="1104" r:id="rId12"/>
    <p:sldId id="1096" r:id="rId13"/>
    <p:sldId id="1056" r:id="rId14"/>
    <p:sldId id="1097" r:id="rId15"/>
    <p:sldId id="1098" r:id="rId16"/>
    <p:sldId id="1100" r:id="rId17"/>
    <p:sldId id="1101" r:id="rId18"/>
    <p:sldId id="1103" r:id="rId19"/>
    <p:sldId id="1105" r:id="rId20"/>
    <p:sldId id="291" r:id="rId21"/>
  </p:sldIdLst>
  <p:sldSz cx="9144000" cy="5143500" type="screen16x9"/>
  <p:notesSz cx="6858000" cy="9144000"/>
  <p:custDataLst>
    <p:tags r:id="rId23"/>
  </p:custDataLst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336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Barbara Reif" initials="BR" lastIdx="3" clrIdx="0"/>
  <p:cmAuthor id="1" name="Jane Gibbons -X (jagibbon - DEL ORO CONSULTING INC at Cisco)" initials="JG-(-DOCIaC" lastIdx="28" clrIdx="1">
    <p:extLst>
      <p:ext uri="{19B8F6BF-5375-455C-9EA6-DF929625EA0E}">
        <p15:presenceInfo xmlns:p15="http://schemas.microsoft.com/office/powerpoint/2012/main" userId="S-1-5-21-1708537768-1303643608-725345543-200204" providerId="AD"/>
      </p:ext>
    </p:extLst>
  </p:cmAuthor>
  <p:cmAuthor id="2" name="Bob Vachon" initials="BV" lastIdx="24" clrIdx="2">
    <p:extLst>
      <p:ext uri="{19B8F6BF-5375-455C-9EA6-DF929625EA0E}">
        <p15:presenceInfo xmlns:p15="http://schemas.microsoft.com/office/powerpoint/2012/main" userId="c7abe87968a0b633" providerId="Windows Live"/>
      </p:ext>
    </p:extLst>
  </p:cmAuthor>
  <p:cmAuthor id="3" name="Sue Livingston -X (suliving - UNICON INC at Cisco)" initials="SL-(-UIaC" lastIdx="26" clrIdx="3">
    <p:extLst>
      <p:ext uri="{19B8F6BF-5375-455C-9EA6-DF929625EA0E}">
        <p15:presenceInfo xmlns:p15="http://schemas.microsoft.com/office/powerpoint/2012/main" userId="S::suliving@cisco.com::dc701d48-dd51-411a-9041-b7f1328f1486" providerId="AD"/>
      </p:ext>
    </p:extLst>
  </p:cmAuthor>
  <p:cmAuthor id="4" name="jagibbon" initials="jmg" lastIdx="8" clrIdx="4">
    <p:extLst>
      <p:ext uri="{19B8F6BF-5375-455C-9EA6-DF929625EA0E}">
        <p15:presenceInfo xmlns:p15="http://schemas.microsoft.com/office/powerpoint/2012/main" userId="jagibbo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000000"/>
    <a:srgbClr val="0000CC"/>
    <a:srgbClr val="CC99FF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044A16-C6A1-C697-AAF3-1DD20FBEBA34}" v="12" dt="2023-03-15T09:09:01.900"/>
    <p1510:client id="{A985A5D9-28E2-48CC-9605-D94078D51E6D}" v="43" dt="2021-02-17T08:17:08.33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620"/>
        <p:guide pos="336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gs" Target="tags/tag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ráth, Július" userId="S::julius.barath@aos.sk::aebde9b9-dccc-4475-a9ac-c05e78323d7a" providerId="AD" clId="Web-{1A044A16-C6A1-C697-AAF3-1DD20FBEBA34}"/>
    <pc:docChg chg="modSld">
      <pc:chgData name="Baráth, Július" userId="S::julius.barath@aos.sk::aebde9b9-dccc-4475-a9ac-c05e78323d7a" providerId="AD" clId="Web-{1A044A16-C6A1-C697-AAF3-1DD20FBEBA34}" dt="2023-03-15T09:09:01.900" v="11" actId="20577"/>
      <pc:docMkLst>
        <pc:docMk/>
      </pc:docMkLst>
      <pc:sldChg chg="modSp">
        <pc:chgData name="Baráth, Július" userId="S::julius.barath@aos.sk::aebde9b9-dccc-4475-a9ac-c05e78323d7a" providerId="AD" clId="Web-{1A044A16-C6A1-C697-AAF3-1DD20FBEBA34}" dt="2023-03-15T09:09:01.900" v="11" actId="20577"/>
        <pc:sldMkLst>
          <pc:docMk/>
          <pc:sldMk cId="2406356253" sldId="1102"/>
        </pc:sldMkLst>
        <pc:spChg chg="mod">
          <ac:chgData name="Baráth, Július" userId="S::julius.barath@aos.sk::aebde9b9-dccc-4475-a9ac-c05e78323d7a" providerId="AD" clId="Web-{1A044A16-C6A1-C697-AAF3-1DD20FBEBA34}" dt="2023-03-15T09:09:01.900" v="11" actId="20577"/>
          <ac:spMkLst>
            <pc:docMk/>
            <pc:sldMk cId="2406356253" sldId="1102"/>
            <ac:spMk id="9" creationId="{6ADF0D70-0131-431F-93A3-E6BA2D0C73F4}"/>
          </ac:spMkLst>
        </pc:spChg>
      </pc:sldChg>
    </pc:docChg>
  </pc:docChgLst>
  <pc:docChgLst>
    <pc:chgData name="Július Baráth" userId="e650c4ab-697e-4750-bd58-c1531aabce95" providerId="ADAL" clId="{2F331DC3-7334-E745-B60A-D3F465E4BB40}"/>
    <pc:docChg chg="delSld modSld">
      <pc:chgData name="Július Baráth" userId="e650c4ab-697e-4750-bd58-c1531aabce95" providerId="ADAL" clId="{2F331DC3-7334-E745-B60A-D3F465E4BB40}" dt="2020-02-17T07:49:37.574" v="11" actId="20577"/>
      <pc:docMkLst>
        <pc:docMk/>
      </pc:docMkLst>
      <pc:sldChg chg="del">
        <pc:chgData name="Július Baráth" userId="e650c4ab-697e-4750-bd58-c1531aabce95" providerId="ADAL" clId="{2F331DC3-7334-E745-B60A-D3F465E4BB40}" dt="2020-01-20T10:50:09.769" v="4" actId="2696"/>
        <pc:sldMkLst>
          <pc:docMk/>
          <pc:sldMk cId="3271745509" sldId="874"/>
        </pc:sldMkLst>
      </pc:sldChg>
      <pc:sldChg chg="del">
        <pc:chgData name="Július Baráth" userId="e650c4ab-697e-4750-bd58-c1531aabce95" providerId="ADAL" clId="{2F331DC3-7334-E745-B60A-D3F465E4BB40}" dt="2020-01-20T10:50:04.444" v="2" actId="2696"/>
        <pc:sldMkLst>
          <pc:docMk/>
          <pc:sldMk cId="410599242" sldId="957"/>
        </pc:sldMkLst>
      </pc:sldChg>
      <pc:sldChg chg="del">
        <pc:chgData name="Július Baráth" userId="e650c4ab-697e-4750-bd58-c1531aabce95" providerId="ADAL" clId="{2F331DC3-7334-E745-B60A-D3F465E4BB40}" dt="2020-01-20T10:50:06.812" v="3" actId="2696"/>
        <pc:sldMkLst>
          <pc:docMk/>
          <pc:sldMk cId="2548999575" sldId="958"/>
        </pc:sldMkLst>
      </pc:sldChg>
      <pc:sldChg chg="del">
        <pc:chgData name="Július Baráth" userId="e650c4ab-697e-4750-bd58-c1531aabce95" providerId="ADAL" clId="{2F331DC3-7334-E745-B60A-D3F465E4BB40}" dt="2020-01-20T10:49:48.915" v="0" actId="2696"/>
        <pc:sldMkLst>
          <pc:docMk/>
          <pc:sldMk cId="3850413329" sldId="1090"/>
        </pc:sldMkLst>
      </pc:sldChg>
      <pc:sldChg chg="modSp">
        <pc:chgData name="Július Baráth" userId="e650c4ab-697e-4750-bd58-c1531aabce95" providerId="ADAL" clId="{2F331DC3-7334-E745-B60A-D3F465E4BB40}" dt="2020-02-17T07:49:37.574" v="11" actId="20577"/>
        <pc:sldMkLst>
          <pc:docMk/>
          <pc:sldMk cId="1963621118" sldId="1091"/>
        </pc:sldMkLst>
        <pc:spChg chg="mod">
          <ac:chgData name="Július Baráth" userId="e650c4ab-697e-4750-bd58-c1531aabce95" providerId="ADAL" clId="{2F331DC3-7334-E745-B60A-D3F465E4BB40}" dt="2020-02-17T07:49:37.574" v="11" actId="20577"/>
          <ac:spMkLst>
            <pc:docMk/>
            <pc:sldMk cId="1963621118" sldId="1091"/>
            <ac:spMk id="3" creationId="{C02AA8F8-1E43-384B-8982-C0BB94049B5C}"/>
          </ac:spMkLst>
        </pc:spChg>
      </pc:sldChg>
      <pc:sldChg chg="del">
        <pc:chgData name="Július Baráth" userId="e650c4ab-697e-4750-bd58-c1531aabce95" providerId="ADAL" clId="{2F331DC3-7334-E745-B60A-D3F465E4BB40}" dt="2020-01-20T10:49:58.725" v="1" actId="2696"/>
        <pc:sldMkLst>
          <pc:docMk/>
          <pc:sldMk cId="3519709784" sldId="1099"/>
        </pc:sldMkLst>
      </pc:sldChg>
    </pc:docChg>
  </pc:docChgLst>
  <pc:docChgLst>
    <pc:chgData name="Július Baráth" userId="e650c4ab-697e-4750-bd58-c1531aabce95" providerId="ADAL" clId="{A985A5D9-28E2-48CC-9605-D94078D51E6D}"/>
    <pc:docChg chg="undo custSel addSld delSld modSld sldOrd">
      <pc:chgData name="Július Baráth" userId="e650c4ab-697e-4750-bd58-c1531aabce95" providerId="ADAL" clId="{A985A5D9-28E2-48CC-9605-D94078D51E6D}" dt="2021-02-17T09:10:25.103" v="273" actId="20577"/>
      <pc:docMkLst>
        <pc:docMk/>
      </pc:docMkLst>
      <pc:sldChg chg="addSp delSp modSp add del">
        <pc:chgData name="Július Baráth" userId="e650c4ab-697e-4750-bd58-c1531aabce95" providerId="ADAL" clId="{A985A5D9-28E2-48CC-9605-D94078D51E6D}" dt="2021-02-16T09:53:56.992" v="12"/>
        <pc:sldMkLst>
          <pc:docMk/>
          <pc:sldMk cId="0" sldId="265"/>
        </pc:sldMkLst>
        <pc:spChg chg="add del mod">
          <ac:chgData name="Július Baráth" userId="e650c4ab-697e-4750-bd58-c1531aabce95" providerId="ADAL" clId="{A985A5D9-28E2-48CC-9605-D94078D51E6D}" dt="2021-02-16T09:53:50.713" v="10" actId="1076"/>
          <ac:spMkLst>
            <pc:docMk/>
            <pc:sldMk cId="0" sldId="265"/>
            <ac:spMk id="23612" creationId="{C97DD231-1C00-48D1-B860-F181EEE64364}"/>
          </ac:spMkLst>
        </pc:spChg>
      </pc:sldChg>
      <pc:sldChg chg="modSp add del mod">
        <pc:chgData name="Július Baráth" userId="e650c4ab-697e-4750-bd58-c1531aabce95" providerId="ADAL" clId="{A985A5D9-28E2-48CC-9605-D94078D51E6D}" dt="2021-02-16T10:02:14.500" v="76"/>
        <pc:sldMkLst>
          <pc:docMk/>
          <pc:sldMk cId="0" sldId="266"/>
        </pc:sldMkLst>
        <pc:spChg chg="mod">
          <ac:chgData name="Július Baráth" userId="e650c4ab-697e-4750-bd58-c1531aabce95" providerId="ADAL" clId="{A985A5D9-28E2-48CC-9605-D94078D51E6D}" dt="2021-02-16T10:02:13.310" v="75" actId="1076"/>
          <ac:spMkLst>
            <pc:docMk/>
            <pc:sldMk cId="0" sldId="266"/>
            <ac:spMk id="28704" creationId="{0C5DF052-7DF4-4ECE-A287-002931B2E7E2}"/>
          </ac:spMkLst>
        </pc:spChg>
      </pc:sldChg>
      <pc:sldChg chg="addSp delSp">
        <pc:chgData name="Július Baráth" userId="e650c4ab-697e-4750-bd58-c1531aabce95" providerId="ADAL" clId="{A985A5D9-28E2-48CC-9605-D94078D51E6D}" dt="2021-02-16T09:50:20.239" v="1"/>
        <pc:sldMkLst>
          <pc:docMk/>
          <pc:sldMk cId="1580804529" sldId="1095"/>
        </pc:sldMkLst>
        <pc:picChg chg="add del">
          <ac:chgData name="Július Baráth" userId="e650c4ab-697e-4750-bd58-c1531aabce95" providerId="ADAL" clId="{A985A5D9-28E2-48CC-9605-D94078D51E6D}" dt="2021-02-16T09:50:20.239" v="1"/>
          <ac:picMkLst>
            <pc:docMk/>
            <pc:sldMk cId="1580804529" sldId="1095"/>
            <ac:picMk id="1026" creationId="{9AE933AC-93DF-42ED-BDC7-B49AF086F2EE}"/>
          </ac:picMkLst>
        </pc:picChg>
      </pc:sldChg>
      <pc:sldChg chg="addSp modSp mod">
        <pc:chgData name="Július Baráth" userId="e650c4ab-697e-4750-bd58-c1531aabce95" providerId="ADAL" clId="{A985A5D9-28E2-48CC-9605-D94078D51E6D}" dt="2021-02-17T09:10:25.103" v="273" actId="20577"/>
        <pc:sldMkLst>
          <pc:docMk/>
          <pc:sldMk cId="2048221011" sldId="1096"/>
        </pc:sldMkLst>
        <pc:spChg chg="add mod">
          <ac:chgData name="Július Baráth" userId="e650c4ab-697e-4750-bd58-c1531aabce95" providerId="ADAL" clId="{A985A5D9-28E2-48CC-9605-D94078D51E6D}" dt="2021-02-17T08:18:13.288" v="203" actId="207"/>
          <ac:spMkLst>
            <pc:docMk/>
            <pc:sldMk cId="2048221011" sldId="1096"/>
            <ac:spMk id="6" creationId="{0FD2C81E-7698-43E5-BF74-0955EE4CCC6D}"/>
          </ac:spMkLst>
        </pc:spChg>
        <pc:spChg chg="add mod">
          <ac:chgData name="Július Baráth" userId="e650c4ab-697e-4750-bd58-c1531aabce95" providerId="ADAL" clId="{A985A5D9-28E2-48CC-9605-D94078D51E6D}" dt="2021-02-17T09:09:21.104" v="256" actId="20577"/>
          <ac:spMkLst>
            <pc:docMk/>
            <pc:sldMk cId="2048221011" sldId="1096"/>
            <ac:spMk id="8" creationId="{19C02602-D51C-4BFE-9C0F-CDE0FF0581D5}"/>
          </ac:spMkLst>
        </pc:spChg>
        <pc:spChg chg="add mod">
          <ac:chgData name="Július Baráth" userId="e650c4ab-697e-4750-bd58-c1531aabce95" providerId="ADAL" clId="{A985A5D9-28E2-48CC-9605-D94078D51E6D}" dt="2021-02-17T09:10:25.103" v="273" actId="20577"/>
          <ac:spMkLst>
            <pc:docMk/>
            <pc:sldMk cId="2048221011" sldId="1096"/>
            <ac:spMk id="9" creationId="{749EA186-4D51-4929-9BF6-D14046C10B49}"/>
          </ac:spMkLst>
        </pc:spChg>
        <pc:spChg chg="add mod">
          <ac:chgData name="Július Baráth" userId="e650c4ab-697e-4750-bd58-c1531aabce95" providerId="ADAL" clId="{A985A5D9-28E2-48CC-9605-D94078D51E6D}" dt="2021-02-17T08:17:23.193" v="191" actId="20577"/>
          <ac:spMkLst>
            <pc:docMk/>
            <pc:sldMk cId="2048221011" sldId="1096"/>
            <ac:spMk id="10" creationId="{1D8FF846-9917-4732-AD32-09CDE6816567}"/>
          </ac:spMkLst>
        </pc:spChg>
      </pc:sldChg>
      <pc:sldChg chg="ord">
        <pc:chgData name="Július Baráth" userId="e650c4ab-697e-4750-bd58-c1531aabce95" providerId="ADAL" clId="{A985A5D9-28E2-48CC-9605-D94078D51E6D}" dt="2021-02-16T10:08:44.857" v="96"/>
        <pc:sldMkLst>
          <pc:docMk/>
          <pc:sldMk cId="2836564358" sldId="1101"/>
        </pc:sldMkLst>
      </pc:sldChg>
      <pc:sldChg chg="addSp delSp modSp new add del mod chgLayout">
        <pc:chgData name="Július Baráth" userId="e650c4ab-697e-4750-bd58-c1531aabce95" providerId="ADAL" clId="{A985A5D9-28E2-48CC-9605-D94078D51E6D}" dt="2021-02-16T10:00:02.805" v="70" actId="1076"/>
        <pc:sldMkLst>
          <pc:docMk/>
          <pc:sldMk cId="2406356253" sldId="1102"/>
        </pc:sldMkLst>
        <pc:spChg chg="add del">
          <ac:chgData name="Július Baráth" userId="e650c4ab-697e-4750-bd58-c1531aabce95" providerId="ADAL" clId="{A985A5D9-28E2-48CC-9605-D94078D51E6D}" dt="2021-02-16T09:54:28.551" v="14" actId="478"/>
          <ac:spMkLst>
            <pc:docMk/>
            <pc:sldMk cId="2406356253" sldId="1102"/>
            <ac:spMk id="2" creationId="{A5DAEAD7-6AF8-4DEB-B469-31325ABBD2CE}"/>
          </ac:spMkLst>
        </pc:spChg>
        <pc:spChg chg="del">
          <ac:chgData name="Július Baráth" userId="e650c4ab-697e-4750-bd58-c1531aabce95" providerId="ADAL" clId="{A985A5D9-28E2-48CC-9605-D94078D51E6D}" dt="2021-02-16T09:54:27.119" v="13" actId="478"/>
          <ac:spMkLst>
            <pc:docMk/>
            <pc:sldMk cId="2406356253" sldId="1102"/>
            <ac:spMk id="3" creationId="{FDEA43E0-3992-4D44-A2A9-C66F4CE76100}"/>
          </ac:spMkLst>
        </pc:spChg>
        <pc:spChg chg="add del mod">
          <ac:chgData name="Július Baráth" userId="e650c4ab-697e-4750-bd58-c1531aabce95" providerId="ADAL" clId="{A985A5D9-28E2-48CC-9605-D94078D51E6D}" dt="2021-02-16T09:51:57.718" v="4"/>
          <ac:spMkLst>
            <pc:docMk/>
            <pc:sldMk cId="2406356253" sldId="1102"/>
            <ac:spMk id="5" creationId="{69FE7903-4F24-46F6-91DB-CDC7F1BE3637}"/>
          </ac:spMkLst>
        </pc:spChg>
        <pc:spChg chg="add mod">
          <ac:chgData name="Július Baráth" userId="e650c4ab-697e-4750-bd58-c1531aabce95" providerId="ADAL" clId="{A985A5D9-28E2-48CC-9605-D94078D51E6D}" dt="2021-02-16T09:54:30.823" v="15"/>
          <ac:spMkLst>
            <pc:docMk/>
            <pc:sldMk cId="2406356253" sldId="1102"/>
            <ac:spMk id="6" creationId="{839D2D72-A3EA-465C-B45B-0598946AEF73}"/>
          </ac:spMkLst>
        </pc:spChg>
        <pc:spChg chg="add mod ord">
          <ac:chgData name="Július Baráth" userId="e650c4ab-697e-4750-bd58-c1531aabce95" providerId="ADAL" clId="{A985A5D9-28E2-48CC-9605-D94078D51E6D}" dt="2021-02-16T09:56:02.728" v="19" actId="1076"/>
          <ac:spMkLst>
            <pc:docMk/>
            <pc:sldMk cId="2406356253" sldId="1102"/>
            <ac:spMk id="7" creationId="{0294C04E-708E-49E7-9E26-29556B6380D1}"/>
          </ac:spMkLst>
        </pc:spChg>
        <pc:spChg chg="add mod">
          <ac:chgData name="Július Baráth" userId="e650c4ab-697e-4750-bd58-c1531aabce95" providerId="ADAL" clId="{A985A5D9-28E2-48CC-9605-D94078D51E6D}" dt="2021-02-16T09:59:38.650" v="68" actId="20577"/>
          <ac:spMkLst>
            <pc:docMk/>
            <pc:sldMk cId="2406356253" sldId="1102"/>
            <ac:spMk id="9" creationId="{6ADF0D70-0131-431F-93A3-E6BA2D0C73F4}"/>
          </ac:spMkLst>
        </pc:spChg>
        <pc:spChg chg="add mod">
          <ac:chgData name="Július Baráth" userId="e650c4ab-697e-4750-bd58-c1531aabce95" providerId="ADAL" clId="{A985A5D9-28E2-48CC-9605-D94078D51E6D}" dt="2021-02-16T09:58:12" v="34" actId="108"/>
          <ac:spMkLst>
            <pc:docMk/>
            <pc:sldMk cId="2406356253" sldId="1102"/>
            <ac:spMk id="10" creationId="{B16E5012-728D-43A4-AEAB-F860109AECFD}"/>
          </ac:spMkLst>
        </pc:spChg>
        <pc:spChg chg="add del mod">
          <ac:chgData name="Július Baráth" userId="e650c4ab-697e-4750-bd58-c1531aabce95" providerId="ADAL" clId="{A985A5D9-28E2-48CC-9605-D94078D51E6D}" dt="2021-02-16T09:56:34.779" v="23" actId="478"/>
          <ac:spMkLst>
            <pc:docMk/>
            <pc:sldMk cId="2406356253" sldId="1102"/>
            <ac:spMk id="11" creationId="{0EAAA568-5330-49D9-B51D-12DF12701326}"/>
          </ac:spMkLst>
        </pc:spChg>
        <pc:spChg chg="add del mod">
          <ac:chgData name="Július Baráth" userId="e650c4ab-697e-4750-bd58-c1531aabce95" providerId="ADAL" clId="{A985A5D9-28E2-48CC-9605-D94078D51E6D}" dt="2021-02-16T09:56:34.779" v="23" actId="478"/>
          <ac:spMkLst>
            <pc:docMk/>
            <pc:sldMk cId="2406356253" sldId="1102"/>
            <ac:spMk id="12" creationId="{65D8F138-CC0E-437B-B7CA-6F89047CCDA9}"/>
          </ac:spMkLst>
        </pc:spChg>
        <pc:spChg chg="add del mod">
          <ac:chgData name="Július Baráth" userId="e650c4ab-697e-4750-bd58-c1531aabce95" providerId="ADAL" clId="{A985A5D9-28E2-48CC-9605-D94078D51E6D}" dt="2021-02-16T09:56:34.779" v="23" actId="478"/>
          <ac:spMkLst>
            <pc:docMk/>
            <pc:sldMk cId="2406356253" sldId="1102"/>
            <ac:spMk id="13" creationId="{6085F925-BC2E-485C-A034-EC1E15FFBB51}"/>
          </ac:spMkLst>
        </pc:spChg>
        <pc:spChg chg="add del mod">
          <ac:chgData name="Július Baráth" userId="e650c4ab-697e-4750-bd58-c1531aabce95" providerId="ADAL" clId="{A985A5D9-28E2-48CC-9605-D94078D51E6D}" dt="2021-02-16T09:56:34.779" v="23" actId="478"/>
          <ac:spMkLst>
            <pc:docMk/>
            <pc:sldMk cId="2406356253" sldId="1102"/>
            <ac:spMk id="14" creationId="{FEF51456-1285-490C-9D44-8A843654597C}"/>
          </ac:spMkLst>
        </pc:spChg>
        <pc:spChg chg="add del mod">
          <ac:chgData name="Július Baráth" userId="e650c4ab-697e-4750-bd58-c1531aabce95" providerId="ADAL" clId="{A985A5D9-28E2-48CC-9605-D94078D51E6D}" dt="2021-02-16T09:57:42.043" v="30" actId="478"/>
          <ac:spMkLst>
            <pc:docMk/>
            <pc:sldMk cId="2406356253" sldId="1102"/>
            <ac:spMk id="15" creationId="{48282711-1E92-43D7-92E8-1AE73303F14F}"/>
          </ac:spMkLst>
        </pc:spChg>
        <pc:spChg chg="add del mod">
          <ac:chgData name="Július Baráth" userId="e650c4ab-697e-4750-bd58-c1531aabce95" providerId="ADAL" clId="{A985A5D9-28E2-48CC-9605-D94078D51E6D}" dt="2021-02-16T09:57:43.109" v="31" actId="478"/>
          <ac:spMkLst>
            <pc:docMk/>
            <pc:sldMk cId="2406356253" sldId="1102"/>
            <ac:spMk id="16" creationId="{4AEC7AE0-57BB-4203-A920-9A54655F27DE}"/>
          </ac:spMkLst>
        </pc:spChg>
        <pc:spChg chg="add del mod">
          <ac:chgData name="Július Baráth" userId="e650c4ab-697e-4750-bd58-c1531aabce95" providerId="ADAL" clId="{A985A5D9-28E2-48CC-9605-D94078D51E6D}" dt="2021-02-16T09:57:40.884" v="29" actId="478"/>
          <ac:spMkLst>
            <pc:docMk/>
            <pc:sldMk cId="2406356253" sldId="1102"/>
            <ac:spMk id="17" creationId="{D2EFE846-3EE3-4795-BB9C-4DC327FC88EA}"/>
          </ac:spMkLst>
        </pc:spChg>
        <pc:spChg chg="add del mod">
          <ac:chgData name="Július Baráth" userId="e650c4ab-697e-4750-bd58-c1531aabce95" providerId="ADAL" clId="{A985A5D9-28E2-48CC-9605-D94078D51E6D}" dt="2021-02-16T09:57:44.108" v="32" actId="478"/>
          <ac:spMkLst>
            <pc:docMk/>
            <pc:sldMk cId="2406356253" sldId="1102"/>
            <ac:spMk id="18" creationId="{16964A67-0F00-4A01-9EC7-FB8B3AF5DA88}"/>
          </ac:spMkLst>
        </pc:spChg>
        <pc:spChg chg="add mod">
          <ac:chgData name="Július Baráth" userId="e650c4ab-697e-4750-bd58-c1531aabce95" providerId="ADAL" clId="{A985A5D9-28E2-48CC-9605-D94078D51E6D}" dt="2021-02-16T10:00:02.805" v="70" actId="1076"/>
          <ac:spMkLst>
            <pc:docMk/>
            <pc:sldMk cId="2406356253" sldId="1102"/>
            <ac:spMk id="19" creationId="{1FC46D09-F9D4-4650-827E-58957F238B3B}"/>
          </ac:spMkLst>
        </pc:spChg>
        <pc:graphicFrameChg chg="add del mod">
          <ac:chgData name="Július Baráth" userId="e650c4ab-697e-4750-bd58-c1531aabce95" providerId="ADAL" clId="{A985A5D9-28E2-48CC-9605-D94078D51E6D}" dt="2021-02-16T09:51:57.718" v="4"/>
          <ac:graphicFrameMkLst>
            <pc:docMk/>
            <pc:sldMk cId="2406356253" sldId="1102"/>
            <ac:graphicFrameMk id="4" creationId="{681EDA6C-79B2-4371-BF87-941BF4EFA78F}"/>
          </ac:graphicFrameMkLst>
        </pc:graphicFrameChg>
        <pc:graphicFrameChg chg="add mod ord">
          <ac:chgData name="Július Baráth" userId="e650c4ab-697e-4750-bd58-c1531aabce95" providerId="ADAL" clId="{A985A5D9-28E2-48CC-9605-D94078D51E6D}" dt="2021-02-16T09:56:07.803" v="20" actId="1076"/>
          <ac:graphicFrameMkLst>
            <pc:docMk/>
            <pc:sldMk cId="2406356253" sldId="1102"/>
            <ac:graphicFrameMk id="8" creationId="{D4A558F0-E560-4EE6-A1BC-C3CD5C8436A2}"/>
          </ac:graphicFrameMkLst>
        </pc:graphicFrameChg>
      </pc:sldChg>
      <pc:sldChg chg="addSp delSp modSp new mod">
        <pc:chgData name="Július Baráth" userId="e650c4ab-697e-4750-bd58-c1531aabce95" providerId="ADAL" clId="{A985A5D9-28E2-48CC-9605-D94078D51E6D}" dt="2021-02-16T10:04:39.444" v="93" actId="14100"/>
        <pc:sldMkLst>
          <pc:docMk/>
          <pc:sldMk cId="2233920111" sldId="1103"/>
        </pc:sldMkLst>
        <pc:spChg chg="del">
          <ac:chgData name="Július Baráth" userId="e650c4ab-697e-4750-bd58-c1531aabce95" providerId="ADAL" clId="{A985A5D9-28E2-48CC-9605-D94078D51E6D}" dt="2021-02-16T10:02:59.234" v="79" actId="478"/>
          <ac:spMkLst>
            <pc:docMk/>
            <pc:sldMk cId="2233920111" sldId="1103"/>
            <ac:spMk id="2" creationId="{894FDDCC-C92A-4027-AA1B-8587B766E1BF}"/>
          </ac:spMkLst>
        </pc:spChg>
        <pc:spChg chg="del">
          <ac:chgData name="Július Baráth" userId="e650c4ab-697e-4750-bd58-c1531aabce95" providerId="ADAL" clId="{A985A5D9-28E2-48CC-9605-D94078D51E6D}" dt="2021-02-16T10:02:57.688" v="78" actId="478"/>
          <ac:spMkLst>
            <pc:docMk/>
            <pc:sldMk cId="2233920111" sldId="1103"/>
            <ac:spMk id="3" creationId="{4715EB6D-0BDC-47E6-A23D-23F2467C783C}"/>
          </ac:spMkLst>
        </pc:spChg>
        <pc:spChg chg="add mod">
          <ac:chgData name="Július Baráth" userId="e650c4ab-697e-4750-bd58-c1531aabce95" providerId="ADAL" clId="{A985A5D9-28E2-48CC-9605-D94078D51E6D}" dt="2021-02-16T10:03:01.197" v="80"/>
          <ac:spMkLst>
            <pc:docMk/>
            <pc:sldMk cId="2233920111" sldId="1103"/>
            <ac:spMk id="4" creationId="{1A395D29-EDB6-4E3F-B3D3-22840229B897}"/>
          </ac:spMkLst>
        </pc:spChg>
        <pc:spChg chg="add mod">
          <ac:chgData name="Július Baráth" userId="e650c4ab-697e-4750-bd58-c1531aabce95" providerId="ADAL" clId="{A985A5D9-28E2-48CC-9605-D94078D51E6D}" dt="2021-02-16T10:03:28.693" v="84" actId="14100"/>
          <ac:spMkLst>
            <pc:docMk/>
            <pc:sldMk cId="2233920111" sldId="1103"/>
            <ac:spMk id="5" creationId="{9928B0D1-ADA5-420A-8399-BE616CFA443C}"/>
          </ac:spMkLst>
        </pc:spChg>
        <pc:spChg chg="add mod">
          <ac:chgData name="Július Baráth" userId="e650c4ab-697e-4750-bd58-c1531aabce95" providerId="ADAL" clId="{A985A5D9-28E2-48CC-9605-D94078D51E6D}" dt="2021-02-16T10:03:01.197" v="80"/>
          <ac:spMkLst>
            <pc:docMk/>
            <pc:sldMk cId="2233920111" sldId="1103"/>
            <ac:spMk id="6" creationId="{687F75CA-2274-48A4-A568-FC864404434A}"/>
          </ac:spMkLst>
        </pc:spChg>
        <pc:spChg chg="add mod">
          <ac:chgData name="Július Baráth" userId="e650c4ab-697e-4750-bd58-c1531aabce95" providerId="ADAL" clId="{A985A5D9-28E2-48CC-9605-D94078D51E6D}" dt="2021-02-16T10:04:27.371" v="92" actId="14100"/>
          <ac:spMkLst>
            <pc:docMk/>
            <pc:sldMk cId="2233920111" sldId="1103"/>
            <ac:spMk id="7" creationId="{066D2650-AD9E-400F-88A2-C45F9489DCAA}"/>
          </ac:spMkLst>
        </pc:spChg>
        <pc:spChg chg="add mod">
          <ac:chgData name="Július Baráth" userId="e650c4ab-697e-4750-bd58-c1531aabce95" providerId="ADAL" clId="{A985A5D9-28E2-48CC-9605-D94078D51E6D}" dt="2021-02-16T10:04:15.476" v="89" actId="14100"/>
          <ac:spMkLst>
            <pc:docMk/>
            <pc:sldMk cId="2233920111" sldId="1103"/>
            <ac:spMk id="8" creationId="{E731011E-0FDB-4E49-A43B-53E9EA67239E}"/>
          </ac:spMkLst>
        </pc:spChg>
        <pc:spChg chg="add mod">
          <ac:chgData name="Július Baráth" userId="e650c4ab-697e-4750-bd58-c1531aabce95" providerId="ADAL" clId="{A985A5D9-28E2-48CC-9605-D94078D51E6D}" dt="2021-02-16T10:04:39.444" v="93" actId="14100"/>
          <ac:spMkLst>
            <pc:docMk/>
            <pc:sldMk cId="2233920111" sldId="1103"/>
            <ac:spMk id="9" creationId="{2D01D7DD-886E-4A98-98A7-243327295B7B}"/>
          </ac:spMkLst>
        </pc:spChg>
        <pc:spChg chg="add mod">
          <ac:chgData name="Július Baráth" userId="e650c4ab-697e-4750-bd58-c1531aabce95" providerId="ADAL" clId="{A985A5D9-28E2-48CC-9605-D94078D51E6D}" dt="2021-02-16T10:03:01.197" v="80"/>
          <ac:spMkLst>
            <pc:docMk/>
            <pc:sldMk cId="2233920111" sldId="1103"/>
            <ac:spMk id="10" creationId="{09A8DCE3-6840-4672-BF22-7349BAE76B8A}"/>
          </ac:spMkLst>
        </pc:spChg>
        <pc:spChg chg="add mod">
          <ac:chgData name="Július Baráth" userId="e650c4ab-697e-4750-bd58-c1531aabce95" providerId="ADAL" clId="{A985A5D9-28E2-48CC-9605-D94078D51E6D}" dt="2021-02-16T10:03:01.197" v="80"/>
          <ac:spMkLst>
            <pc:docMk/>
            <pc:sldMk cId="2233920111" sldId="1103"/>
            <ac:spMk id="11" creationId="{C4EF359C-CC48-4349-807A-665F10A4350A}"/>
          </ac:spMkLst>
        </pc:spChg>
        <pc:spChg chg="add mod">
          <ac:chgData name="Július Baráth" userId="e650c4ab-697e-4750-bd58-c1531aabce95" providerId="ADAL" clId="{A985A5D9-28E2-48CC-9605-D94078D51E6D}" dt="2021-02-16T10:03:01.197" v="80"/>
          <ac:spMkLst>
            <pc:docMk/>
            <pc:sldMk cId="2233920111" sldId="1103"/>
            <ac:spMk id="12" creationId="{75C7A1BE-27B9-4B56-90C3-BDD38DC34D1E}"/>
          </ac:spMkLst>
        </pc:spChg>
        <pc:graphicFrameChg chg="add mod">
          <ac:chgData name="Július Baráth" userId="e650c4ab-697e-4750-bd58-c1531aabce95" providerId="ADAL" clId="{A985A5D9-28E2-48CC-9605-D94078D51E6D}" dt="2021-02-16T10:03:01.197" v="80"/>
          <ac:graphicFrameMkLst>
            <pc:docMk/>
            <pc:sldMk cId="2233920111" sldId="1103"/>
            <ac:graphicFrameMk id="13" creationId="{3F43A1C2-4BF1-45C4-828C-AA4B34CF2636}"/>
          </ac:graphicFrameMkLst>
        </pc:graphicFrameChg>
      </pc:sldChg>
      <pc:sldChg chg="addSp modSp new mod">
        <pc:chgData name="Július Baráth" userId="e650c4ab-697e-4750-bd58-c1531aabce95" providerId="ADAL" clId="{A985A5D9-28E2-48CC-9605-D94078D51E6D}" dt="2021-02-17T08:10:58.103" v="133" actId="1076"/>
        <pc:sldMkLst>
          <pc:docMk/>
          <pc:sldMk cId="10541213" sldId="1104"/>
        </pc:sldMkLst>
        <pc:spChg chg="add mod">
          <ac:chgData name="Július Baráth" userId="e650c4ab-697e-4750-bd58-c1531aabce95" providerId="ADAL" clId="{A985A5D9-28E2-48CC-9605-D94078D51E6D}" dt="2021-02-17T08:10:58.103" v="133" actId="1076"/>
          <ac:spMkLst>
            <pc:docMk/>
            <pc:sldMk cId="10541213" sldId="1104"/>
            <ac:spMk id="2" creationId="{9A286B15-4593-457D-B167-80DF4E586B69}"/>
          </ac:spMkLst>
        </pc:spChg>
      </pc:sldChg>
      <pc:sldChg chg="addSp modSp new mod">
        <pc:chgData name="Július Baráth" userId="e650c4ab-697e-4750-bd58-c1531aabce95" providerId="ADAL" clId="{A985A5D9-28E2-48CC-9605-D94078D51E6D}" dt="2021-02-17T08:12:34.715" v="161" actId="207"/>
        <pc:sldMkLst>
          <pc:docMk/>
          <pc:sldMk cId="1473500908" sldId="1105"/>
        </pc:sldMkLst>
        <pc:spChg chg="add mod">
          <ac:chgData name="Július Baráth" userId="e650c4ab-697e-4750-bd58-c1531aabce95" providerId="ADAL" clId="{A985A5D9-28E2-48CC-9605-D94078D51E6D}" dt="2021-02-17T08:12:34.715" v="161" actId="207"/>
          <ac:spMkLst>
            <pc:docMk/>
            <pc:sldMk cId="1473500908" sldId="1105"/>
            <ac:spMk id="2" creationId="{FA7DE576-F038-4BD5-B331-C4A20725E56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6337D9-3022-3D41-8D8A-BDF2F3B0DD8E}" type="datetimeFigureOut">
              <a:rPr lang="en-US" smtClean="0"/>
              <a:t>3/15/2023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41018C-6CAF-B84E-B92C-ECB119457F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564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Cisco Networking Academy Program</a:t>
            </a:r>
          </a:p>
          <a:p>
            <a:r>
              <a:rPr lang="en-US"/>
              <a:t>Introduction to Networks v7.0 (ITN)</a:t>
            </a:r>
          </a:p>
          <a:p>
            <a:r>
              <a:rPr lang="en-US"/>
              <a:t>Module 5: Number Systems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1187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9" tIns="0" rIns="18819" bIns="0" anchor="b"/>
          <a:lstStyle>
            <a:lvl1pPr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/>
            <a:fld id="{7C839C26-801B-42B6-A101-60F37FE2B0A8}" type="slidenum">
              <a:rPr lang="en-US" sz="800" b="0">
                <a:solidFill>
                  <a:prstClr val="black"/>
                </a:solidFill>
              </a:rPr>
              <a:pPr algn="r"/>
              <a:t>2</a:t>
            </a:fld>
            <a:endParaRPr lang="en-US" sz="800" b="0">
              <a:solidFill>
                <a:prstClr val="black"/>
              </a:solidFill>
            </a:endParaRPr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GB"/>
              <a:t>5.0- Introduction</a:t>
            </a:r>
          </a:p>
          <a:p>
            <a:pPr>
              <a:buFontTx/>
              <a:buNone/>
            </a:pPr>
            <a:r>
              <a:rPr lang="en-GB"/>
              <a:t>5.0.2 – What will I learn in this module?</a:t>
            </a:r>
          </a:p>
        </p:txBody>
      </p:sp>
    </p:spTree>
    <p:extLst>
      <p:ext uri="{BB962C8B-B14F-4D97-AF65-F5344CB8AC3E}">
        <p14:creationId xmlns:p14="http://schemas.microsoft.com/office/powerpoint/2010/main" val="17344456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5 -Number Systems</a:t>
            </a:r>
          </a:p>
          <a:p>
            <a:r>
              <a:rPr lang="en-US"/>
              <a:t>5.1 Binary Number System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5296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5 – Number Systems</a:t>
            </a:r>
          </a:p>
          <a:p>
            <a:r>
              <a:rPr lang="en-US"/>
              <a:t>5.1 – Binary Number Systems</a:t>
            </a:r>
          </a:p>
          <a:p>
            <a:r>
              <a:rPr lang="en-US"/>
              <a:t>5.1.1 – Binary and IPv4 Addresses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3122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5 – Number Systems</a:t>
            </a:r>
          </a:p>
          <a:p>
            <a:r>
              <a:rPr lang="en-US"/>
              <a:t>5.1 – Binary Number Systems</a:t>
            </a:r>
          </a:p>
          <a:p>
            <a:r>
              <a:rPr lang="en-US"/>
              <a:t>5.1.3 – Binary Positional Notation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8811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5 – Number Systems</a:t>
            </a:r>
          </a:p>
          <a:p>
            <a:r>
              <a:rPr lang="en-US"/>
              <a:t>5.1 – Binary Number Systems</a:t>
            </a:r>
          </a:p>
          <a:p>
            <a:r>
              <a:rPr lang="en-US"/>
              <a:t>5.1.3 – Binary Positional Notation</a:t>
            </a:r>
          </a:p>
          <a:p>
            <a:r>
              <a:rPr lang="en-US"/>
              <a:t>5.1.4 – Check Your Understanding – Binary Number System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9780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5 – Number Systems</a:t>
            </a:r>
          </a:p>
          <a:p>
            <a:r>
              <a:rPr lang="en-US"/>
              <a:t>5.1 – Binary Number Systems</a:t>
            </a:r>
          </a:p>
          <a:p>
            <a:r>
              <a:rPr lang="en-US"/>
              <a:t>5.1.5  - Convert Binary to Decimal</a:t>
            </a:r>
          </a:p>
          <a:p>
            <a:r>
              <a:rPr lang="en-US"/>
              <a:t>5.1.6 – Activity – Binary to Decimal Conversions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6774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5 – Number Systems</a:t>
            </a:r>
          </a:p>
          <a:p>
            <a:r>
              <a:rPr lang="en-US"/>
              <a:t>5.1 – Binary Number Systems</a:t>
            </a:r>
          </a:p>
          <a:p>
            <a:r>
              <a:rPr lang="en-US"/>
              <a:t>5.1.7 – Decimal to Binary Conversion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1538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5 – Number Systems</a:t>
            </a:r>
          </a:p>
          <a:p>
            <a:r>
              <a:rPr lang="en-US"/>
              <a:t>5.1 – Binary Number Systems</a:t>
            </a:r>
          </a:p>
          <a:p>
            <a:r>
              <a:rPr lang="en-US"/>
              <a:t>5.1.8 – Decimal to Binary Conversion Example</a:t>
            </a:r>
          </a:p>
          <a:p>
            <a:r>
              <a:rPr lang="en-US"/>
              <a:t>5.1.9 - Activity – Decimal to Binary Conversions</a:t>
            </a:r>
          </a:p>
          <a:p>
            <a:r>
              <a:rPr lang="en-US"/>
              <a:t>5.1.10 – Activity – Binary Game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6944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5 – Number Systems</a:t>
            </a:r>
          </a:p>
          <a:p>
            <a:r>
              <a:rPr lang="en-US"/>
              <a:t>5.1 – Binary Number Systems</a:t>
            </a:r>
          </a:p>
          <a:p>
            <a:r>
              <a:rPr lang="en-US"/>
              <a:t>5.1.11 – IPv4 Addresses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7983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5- Number Systems</a:t>
            </a:r>
          </a:p>
          <a:p>
            <a:r>
              <a:rPr lang="en-US"/>
              <a:t>5.2 - Hexadecimal Number System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2910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5 – Number Systems</a:t>
            </a:r>
          </a:p>
          <a:p>
            <a:r>
              <a:rPr lang="en-US"/>
              <a:t>5.2 – Hexadecimal Number Systems</a:t>
            </a:r>
          </a:p>
          <a:p>
            <a:r>
              <a:rPr lang="en-US"/>
              <a:t>5.2.1– Hexadecimal and IPv6 Addresses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8363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5 – Number Systems</a:t>
            </a:r>
          </a:p>
          <a:p>
            <a:r>
              <a:rPr lang="en-US"/>
              <a:t>5.2 – Hexadecimal Number Systems</a:t>
            </a:r>
          </a:p>
          <a:p>
            <a:r>
              <a:rPr lang="en-US"/>
              <a:t>5.2.1– Hexadecimal and IPv6 Addresses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8752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5 – Number Systems</a:t>
            </a:r>
          </a:p>
          <a:p>
            <a:r>
              <a:rPr lang="en-US"/>
              <a:t>5.2 – Hexadecimal Number Systems</a:t>
            </a:r>
          </a:p>
          <a:p>
            <a:r>
              <a:rPr lang="en-US"/>
              <a:t>5.2.3 – </a:t>
            </a:r>
            <a:r>
              <a:rPr lang="en-US" sz="1200"/>
              <a:t>Decimal to Hexadecimal Conversions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27983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5 – Number Systems</a:t>
            </a:r>
          </a:p>
          <a:p>
            <a:r>
              <a:rPr lang="en-US"/>
              <a:t>5.2 – Hexadecimal Number Systems</a:t>
            </a:r>
          </a:p>
          <a:p>
            <a:r>
              <a:rPr lang="en-US"/>
              <a:t>5.2.4 - </a:t>
            </a:r>
            <a:r>
              <a:rPr lang="en-US" sz="1200"/>
              <a:t>Hexadecimal to Decimal Conversions</a:t>
            </a:r>
          </a:p>
          <a:p>
            <a:r>
              <a:rPr lang="en-US" sz="1200"/>
              <a:t>5.2.5 – Check Your Understanding – Hexadecimal Number System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7155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3942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86725553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1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rgbClr val="004C69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accent1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chemeClr val="accent1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53042546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74617842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Seg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7598042" cy="2569946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4600" b="0" i="0" spc="0" baseline="0">
                <a:solidFill>
                  <a:schemeClr val="accent5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lang="en-US" sz="60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600">
              <a:solidFill>
                <a:schemeClr val="accent5">
                  <a:lumMod val="50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9" name="Rectangle 4"/>
          <p:cNvSpPr>
            <a:spLocks noChangeArrowheads="1"/>
          </p:cNvSpPr>
          <p:nvPr userDrawn="1"/>
        </p:nvSpPr>
        <p:spPr bwMode="ltGray">
          <a:xfrm>
            <a:off x="5867508" y="4741653"/>
            <a:ext cx="2658018" cy="154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61586" tIns="30792" rIns="61586" bIns="30792" anchor="b">
            <a:spAutoFit/>
          </a:bodyPr>
          <a:lstStyle/>
          <a:p>
            <a:pPr defTabSz="610744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0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t>© 2016  Cisco and/or its affiliates. All rights reserved.   Cisco Confidential</a:t>
            </a:r>
          </a:p>
        </p:txBody>
      </p:sp>
      <p:grpSp>
        <p:nvGrpSpPr>
          <p:cNvPr id="11" name="Group 4"/>
          <p:cNvGrpSpPr>
            <a:grpSpLocks noChangeAspect="1"/>
          </p:cNvGrpSpPr>
          <p:nvPr userDrawn="1"/>
        </p:nvGrpSpPr>
        <p:grpSpPr bwMode="auto">
          <a:xfrm>
            <a:off x="508039" y="4715197"/>
            <a:ext cx="340257" cy="180974"/>
            <a:chOff x="310" y="249"/>
            <a:chExt cx="502" cy="267"/>
          </a:xfrm>
          <a:solidFill>
            <a:srgbClr val="086D8E"/>
          </a:solidFill>
        </p:grpSpPr>
        <p:sp>
          <p:nvSpPr>
            <p:cNvPr id="12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90854121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ulti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74662" y="1347788"/>
            <a:ext cx="8280057" cy="3073946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690" marR="0" indent="-285690" algn="ctr" defTabSz="45710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000" b="0" i="0" baseline="0">
                <a:solidFill>
                  <a:schemeClr val="bg1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Placeholder 5"/>
          <p:cNvSpPr>
            <a:spLocks noGrp="1"/>
          </p:cNvSpPr>
          <p:nvPr>
            <p:ph type="title"/>
          </p:nvPr>
        </p:nvSpPr>
        <p:spPr bwMode="auto">
          <a:xfrm>
            <a:off x="437766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29679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29121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Oval 11"/>
          <p:cNvSpPr/>
          <p:nvPr/>
        </p:nvSpPr>
        <p:spPr>
          <a:xfrm>
            <a:off x="575610" y="2552550"/>
            <a:ext cx="698624" cy="698624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>
              <a:solidFill>
                <a:srgbClr val="FFFFFF"/>
              </a:solidFill>
              <a:cs typeface="Arial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426607"/>
            <a:ext cx="698624" cy="698624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>
              <a:ln>
                <a:solidFill>
                  <a:schemeClr val="bg2"/>
                </a:solidFill>
              </a:ln>
              <a:solidFill>
                <a:schemeClr val="bg1"/>
              </a:solidFill>
              <a:cs typeface="Arial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0" y="3653093"/>
            <a:ext cx="698624" cy="698624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>
              <a:solidFill>
                <a:srgbClr val="049FD9"/>
              </a:solidFill>
              <a:cs typeface="Arial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365250" y="1432522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365250" y="25577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365250" y="36530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0" y="2552550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2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1" y="3651140"/>
            <a:ext cx="698624" cy="693381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3</a:t>
            </a:r>
          </a:p>
        </p:txBody>
      </p:sp>
      <p:sp>
        <p:nvSpPr>
          <p:cNvPr id="13" name="Text Placeholder 17"/>
          <p:cNvSpPr>
            <a:spLocks noGrp="1"/>
          </p:cNvSpPr>
          <p:nvPr>
            <p:ph type="body" sz="quarter" idx="19" hasCustomPrompt="1"/>
          </p:nvPr>
        </p:nvSpPr>
        <p:spPr>
          <a:xfrm>
            <a:off x="575610" y="1427248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053872667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Oval 1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2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3</a:t>
            </a:r>
          </a:p>
        </p:txBody>
      </p:sp>
      <p:sp>
        <p:nvSpPr>
          <p:cNvPr id="13" name="Oval 12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4</a:t>
            </a:r>
          </a:p>
        </p:txBody>
      </p:sp>
      <p:sp>
        <p:nvSpPr>
          <p:cNvPr id="17" name="Oval 16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962125011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2" name="Oval 4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>
              <a:ln>
                <a:solidFill>
                  <a:schemeClr val="bg2"/>
                </a:solidFill>
              </a:ln>
              <a:solidFill>
                <a:srgbClr val="FFFFFF"/>
              </a:solidFill>
              <a:cs typeface="Arial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45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49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2</a:t>
            </a:r>
          </a:p>
        </p:txBody>
      </p:sp>
      <p:sp>
        <p:nvSpPr>
          <p:cNvPr id="50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3</a:t>
            </a:r>
          </a:p>
        </p:txBody>
      </p:sp>
      <p:sp>
        <p:nvSpPr>
          <p:cNvPr id="51" name="Oval 50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2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4</a:t>
            </a:r>
          </a:p>
        </p:txBody>
      </p:sp>
      <p:sp>
        <p:nvSpPr>
          <p:cNvPr id="54" name="Oval 53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5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5</a:t>
            </a:r>
          </a:p>
        </p:txBody>
      </p:sp>
      <p:sp>
        <p:nvSpPr>
          <p:cNvPr id="57" name="Oval 56"/>
          <p:cNvSpPr/>
          <p:nvPr/>
        </p:nvSpPr>
        <p:spPr>
          <a:xfrm>
            <a:off x="4414576" y="1983084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8" name="Oval 57"/>
          <p:cNvSpPr/>
          <p:nvPr/>
        </p:nvSpPr>
        <p:spPr>
          <a:xfrm>
            <a:off x="4414575" y="1332693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9" name="Oval 58"/>
          <p:cNvSpPr/>
          <p:nvPr/>
        </p:nvSpPr>
        <p:spPr>
          <a:xfrm>
            <a:off x="4414576" y="2631212"/>
            <a:ext cx="464815" cy="464815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60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5011349" y="1338608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1" name="Text Placeholder 17"/>
          <p:cNvSpPr>
            <a:spLocks noGrp="1"/>
          </p:cNvSpPr>
          <p:nvPr>
            <p:ph type="body" sz="quarter" idx="24"/>
          </p:nvPr>
        </p:nvSpPr>
        <p:spPr>
          <a:xfrm>
            <a:off x="5011350" y="198832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2" name="Text Placeholder 17"/>
          <p:cNvSpPr>
            <a:spLocks noGrp="1"/>
          </p:cNvSpPr>
          <p:nvPr>
            <p:ph type="body" sz="quarter" idx="25"/>
          </p:nvPr>
        </p:nvSpPr>
        <p:spPr>
          <a:xfrm>
            <a:off x="5011350" y="263121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3" name="Text Placeholder 17"/>
          <p:cNvSpPr>
            <a:spLocks noGrp="1"/>
          </p:cNvSpPr>
          <p:nvPr>
            <p:ph type="body" sz="quarter" idx="26" hasCustomPrompt="1"/>
          </p:nvPr>
        </p:nvSpPr>
        <p:spPr>
          <a:xfrm>
            <a:off x="4414576" y="1331287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6</a:t>
            </a:r>
          </a:p>
        </p:txBody>
      </p:sp>
      <p:sp>
        <p:nvSpPr>
          <p:cNvPr id="64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4414576" y="198308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7</a:t>
            </a:r>
          </a:p>
        </p:txBody>
      </p:sp>
      <p:sp>
        <p:nvSpPr>
          <p:cNvPr id="65" name="Text Placeholder 17"/>
          <p:cNvSpPr>
            <a:spLocks noGrp="1"/>
          </p:cNvSpPr>
          <p:nvPr>
            <p:ph type="body" sz="quarter" idx="28" hasCustomPrompt="1"/>
          </p:nvPr>
        </p:nvSpPr>
        <p:spPr>
          <a:xfrm>
            <a:off x="4414577" y="262925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8</a:t>
            </a:r>
          </a:p>
        </p:txBody>
      </p:sp>
      <p:sp>
        <p:nvSpPr>
          <p:cNvPr id="66" name="Oval 65"/>
          <p:cNvSpPr/>
          <p:nvPr/>
        </p:nvSpPr>
        <p:spPr>
          <a:xfrm>
            <a:off x="4414577" y="3278347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67" name="Text Placeholder 17"/>
          <p:cNvSpPr>
            <a:spLocks noGrp="1"/>
          </p:cNvSpPr>
          <p:nvPr>
            <p:ph type="body" sz="quarter" idx="29"/>
          </p:nvPr>
        </p:nvSpPr>
        <p:spPr>
          <a:xfrm>
            <a:off x="5011351" y="327834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8" name="Text Placeholder 17"/>
          <p:cNvSpPr>
            <a:spLocks noGrp="1"/>
          </p:cNvSpPr>
          <p:nvPr>
            <p:ph type="body" sz="quarter" idx="30" hasCustomPrompt="1"/>
          </p:nvPr>
        </p:nvSpPr>
        <p:spPr>
          <a:xfrm>
            <a:off x="4414578" y="327639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9</a:t>
            </a:r>
          </a:p>
        </p:txBody>
      </p:sp>
      <p:sp>
        <p:nvSpPr>
          <p:cNvPr id="69" name="Oval 68"/>
          <p:cNvSpPr/>
          <p:nvPr/>
        </p:nvSpPr>
        <p:spPr>
          <a:xfrm>
            <a:off x="4414578" y="3925482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70" name="Text Placeholder 17"/>
          <p:cNvSpPr>
            <a:spLocks noGrp="1"/>
          </p:cNvSpPr>
          <p:nvPr>
            <p:ph type="body" sz="quarter" idx="31"/>
          </p:nvPr>
        </p:nvSpPr>
        <p:spPr>
          <a:xfrm>
            <a:off x="5011352" y="392548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1" name="Text Placeholder 17"/>
          <p:cNvSpPr>
            <a:spLocks noGrp="1"/>
          </p:cNvSpPr>
          <p:nvPr>
            <p:ph type="body" sz="quarter" idx="32" hasCustomPrompt="1"/>
          </p:nvPr>
        </p:nvSpPr>
        <p:spPr>
          <a:xfrm>
            <a:off x="4414579" y="392352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643099958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"/>
            <a:ext cx="9143999" cy="5165874"/>
          </a:xfrm>
          <a:prstGeom prst="rect">
            <a:avLst/>
          </a:prstGeom>
        </p:spPr>
      </p:pic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98843304"/>
      </p:ext>
    </p:extLst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7974899"/>
      </p:ext>
    </p:extLst>
  </p:cSld>
  <p:clrMapOvr>
    <a:masterClrMapping/>
  </p:clrMapOvr>
  <p:transition spd="slow">
    <p:wip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1">
              <a:lumMod val="75000"/>
            </a:schemeClr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51544963"/>
      </p:ext>
    </p:extLst>
  </p:cSld>
  <p:clrMapOvr>
    <a:masterClrMapping/>
  </p:clrMapOvr>
  <p:transition spd="slow">
    <p:wip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473441" y="4954263"/>
            <a:ext cx="676910" cy="1892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25">
                <a:solidFill>
                  <a:schemeClr val="tx2"/>
                </a:solidFill>
              </a:defRPr>
            </a:lvl1pPr>
          </a:lstStyle>
          <a:p>
            <a:pPr defTabSz="385763">
              <a:defRPr/>
            </a:pPr>
            <a:fld id="{2F5CCB13-0A32-4557-88E9-079F0C330695}" type="slidenum">
              <a:rPr lang="en-US" kern="0" smtClean="0">
                <a:solidFill>
                  <a:srgbClr val="595959"/>
                </a:solidFill>
              </a:rPr>
              <a:pPr defTabSz="385763">
                <a:defRPr/>
              </a:pPr>
              <a:t>‹#›</a:t>
            </a:fld>
            <a:endParaRPr lang="en-US" kern="0">
              <a:solidFill>
                <a:srgbClr val="595959"/>
              </a:solidFill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44065" y="798944"/>
            <a:ext cx="8853286" cy="4155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anchor="t" anchorCtr="0" compatLnSpc="1">
            <a:prstTxWarp prst="textNoShape">
              <a:avLst/>
            </a:prstTxWarp>
          </a:bodyPr>
          <a:lstStyle>
            <a:lvl1pPr marL="169863" indent="-169863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>
                <a:solidFill>
                  <a:srgbClr val="000000"/>
                </a:solidFill>
              </a:defRPr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4pPr>
          </a:lstStyle>
          <a:p>
            <a:pPr lvl="0"/>
            <a:r>
              <a:rPr lang="en-US">
                <a:sym typeface="Arial" pitchFamily="34" charset="0"/>
              </a:rPr>
              <a:t>Click to edit Master text styles</a:t>
            </a:r>
          </a:p>
          <a:p>
            <a:pPr lvl="1"/>
            <a:r>
              <a:rPr lang="en-US">
                <a:sym typeface="Arial" pitchFamily="34" charset="0"/>
              </a:rPr>
              <a:t>Second level</a:t>
            </a:r>
          </a:p>
          <a:p>
            <a:pPr lvl="2"/>
            <a:r>
              <a:rPr lang="en-US">
                <a:sym typeface="Arial" pitchFamily="34" charset="0"/>
              </a:rPr>
              <a:t>Third level</a:t>
            </a:r>
          </a:p>
          <a:p>
            <a:pPr lvl="3"/>
            <a:r>
              <a:rPr lang="en-US">
                <a:sym typeface="Arial" pitchFamily="34" charset="0"/>
              </a:rPr>
              <a:t>Fourth level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" y="41393"/>
            <a:ext cx="9144000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defRPr sz="2400"/>
            </a:lvl1pPr>
          </a:lstStyle>
          <a:p>
            <a:pPr lvl="0"/>
            <a:r>
              <a:rPr lang="en-US">
                <a:sym typeface="Arial" pitchFamily="34" charset="0"/>
              </a:rPr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57996623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9250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5"/>
          <p:cNvSpPr>
            <a:spLocks noGrp="1"/>
          </p:cNvSpPr>
          <p:nvPr>
            <p:ph type="title"/>
          </p:nvPr>
        </p:nvSpPr>
        <p:spPr bwMode="auto">
          <a:xfrm>
            <a:off x="438150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Title Goes Here</a:t>
            </a:r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lang="en-US" sz="60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600">
              <a:solidFill>
                <a:schemeClr val="accent3">
                  <a:lumMod val="85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ltGray">
          <a:xfrm>
            <a:off x="5867508" y="4741653"/>
            <a:ext cx="2658018" cy="154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61586" tIns="30792" rIns="61586" bIns="30792" anchor="b">
            <a:spAutoFit/>
          </a:bodyPr>
          <a:lstStyle/>
          <a:p>
            <a:pPr defTabSz="610744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0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  <a:t>© 2016  Cisco and/or its affiliates. All rights reserved.   Cisco Confidential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508039" y="4715197"/>
            <a:ext cx="340257" cy="180974"/>
            <a:chOff x="310" y="249"/>
            <a:chExt cx="502" cy="267"/>
          </a:xfrm>
          <a:solidFill>
            <a:schemeClr val="accent5"/>
          </a:solidFill>
        </p:grpSpPr>
        <p:sp>
          <p:nvSpPr>
            <p:cNvPr id="7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2" r:id="rId1"/>
    <p:sldLayoutId id="2147484013" r:id="rId2"/>
    <p:sldLayoutId id="2147484014" r:id="rId3"/>
    <p:sldLayoutId id="2147483965" r:id="rId4"/>
    <p:sldLayoutId id="2147483967" r:id="rId5"/>
    <p:sldLayoutId id="2147483995" r:id="rId6"/>
    <p:sldLayoutId id="2147484007" r:id="rId7"/>
    <p:sldLayoutId id="2147484010" r:id="rId8"/>
    <p:sldLayoutId id="2147484011" r:id="rId9"/>
    <p:sldLayoutId id="2147484015" r:id="rId10"/>
    <p:sldLayoutId id="2147483998" r:id="rId11"/>
    <p:sldLayoutId id="2147484027" r:id="rId12"/>
    <p:sldLayoutId id="2147484029" r:id="rId13"/>
    <p:sldLayoutId id="2147484031" r:id="rId14"/>
  </p:sldLayoutIdLst>
  <p:transition spd="slow">
    <p:wipe/>
  </p:transition>
  <p:txStyles>
    <p:titleStyle>
      <a:lvl1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lang="en-US" sz="3200" kern="1200" dirty="0">
          <a:solidFill>
            <a:schemeClr val="accent4"/>
          </a:solidFill>
          <a:latin typeface="+mj-lt"/>
          <a:ea typeface="ＭＳ Ｐゴシック" charset="0"/>
          <a:cs typeface="CiscoSans"/>
        </a:defRPr>
      </a:lvl1pPr>
      <a:lvl2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2pPr>
      <a:lvl3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3pPr>
      <a:lvl4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4pPr>
      <a:lvl5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5pPr>
      <a:lvl6pPr marL="4572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6pPr>
      <a:lvl7pPr marL="9144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7pPr>
      <a:lvl8pPr marL="13716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8pPr>
      <a:lvl9pPr marL="18288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9pPr>
    </p:titleStyle>
    <p:bodyStyle>
      <a:lvl1pPr marL="169863" indent="-169863" algn="l" defTabSz="684213" rtl="0" eaLnBrk="1" fontAlgn="base" hangingPunct="1">
        <a:lnSpc>
          <a:spcPct val="95000"/>
        </a:lnSpc>
        <a:spcBef>
          <a:spcPts val="1075"/>
        </a:spcBef>
        <a:spcAft>
          <a:spcPct val="0"/>
        </a:spcAft>
        <a:buClr>
          <a:schemeClr val="tx2"/>
        </a:buClr>
        <a:buSzPct val="90000"/>
        <a:buFont typeface="Arial" charset="0"/>
        <a:buChar char="•"/>
        <a:defRPr lang="en-US" sz="15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1pPr>
      <a:lvl2pPr marL="358775" indent="-215900" algn="l" defTabSz="684213" rtl="0" eaLnBrk="1" fontAlgn="base" hangingPunct="1">
        <a:lnSpc>
          <a:spcPct val="95000"/>
        </a:lnSpc>
        <a:spcBef>
          <a:spcPts val="600"/>
        </a:spcBef>
        <a:spcAft>
          <a:spcPct val="0"/>
        </a:spcAft>
        <a:buClr>
          <a:schemeClr val="tx2"/>
        </a:buClr>
        <a:buFont typeface="Arial" charset="0"/>
        <a:buChar char="•"/>
        <a:defRPr lang="en-US" sz="14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2pPr>
      <a:lvl3pPr marL="431800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2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3pPr>
      <a:lvl4pPr marL="503238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1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4pPr>
      <a:lvl5pPr marL="574675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1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5pPr>
      <a:lvl6pPr marL="863856" indent="-171445" algn="l" defTabSz="685777" rtl="0" eaLnBrk="1" latinLnBrk="0" hangingPunct="1">
        <a:spcBef>
          <a:spcPts val="600"/>
        </a:spcBef>
        <a:buFont typeface="Arial" pitchFamily="34" charset="0"/>
        <a:buChar char="•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935844" indent="-171422" algn="l" defTabSz="685777" rtl="0" eaLnBrk="1" latinLnBrk="0" hangingPunct="1">
        <a:spcBef>
          <a:spcPts val="600"/>
        </a:spcBef>
        <a:buFont typeface="Arial" pitchFamily="34" charset="0"/>
        <a:buChar char="•"/>
        <a:defRPr sz="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400220" indent="0" algn="l" defTabSz="685777" rtl="0" eaLnBrk="1" latinLnBrk="0" hangingPunct="1">
        <a:spcBef>
          <a:spcPct val="20000"/>
        </a:spcBef>
        <a:buFont typeface="Arial" pitchFamily="34" charset="0"/>
        <a:buNone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53" indent="-171445" algn="l" defTabSz="685777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6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777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65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55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41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32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2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1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3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469497" y="2316480"/>
            <a:ext cx="6672708" cy="1080143"/>
          </a:xfrm>
        </p:spPr>
        <p:txBody>
          <a:bodyPr/>
          <a:lstStyle/>
          <a:p>
            <a:r>
              <a:rPr lang="en-US">
                <a:solidFill>
                  <a:schemeClr val="accent5">
                    <a:lumMod val="40000"/>
                    <a:lumOff val="60000"/>
                  </a:schemeClr>
                </a:solidFill>
              </a:rPr>
              <a:t>Module 5: Number Systems</a:t>
            </a:r>
          </a:p>
        </p:txBody>
      </p:sp>
      <p:sp>
        <p:nvSpPr>
          <p:cNvPr id="4" name="Subtitle 6">
            <a:extLst>
              <a:ext uri="{FF2B5EF4-FFF2-40B4-BE49-F238E27FC236}">
                <a16:creationId xmlns:a16="http://schemas.microsoft.com/office/drawing/2014/main" id="{8DD39E36-01CA-477F-AEAE-748C42C8B4E2}"/>
              </a:ext>
            </a:extLst>
          </p:cNvPr>
          <p:cNvSpPr txBox="1">
            <a:spLocks/>
          </p:cNvSpPr>
          <p:nvPr/>
        </p:nvSpPr>
        <p:spPr>
          <a:xfrm>
            <a:off x="469497" y="3646043"/>
            <a:ext cx="2368954" cy="902174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 defTabSz="684213" rtl="0" eaLnBrk="1" fontAlgn="base" hangingPunct="1">
              <a:lnSpc>
                <a:spcPct val="95000"/>
              </a:lnSpc>
              <a:spcBef>
                <a:spcPts val="1075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Arial" charset="0"/>
              <a:buNone/>
              <a:defRPr lang="en-US" sz="1200" b="0" i="0" kern="1200">
                <a:solidFill>
                  <a:schemeClr val="accent5"/>
                </a:solidFill>
                <a:latin typeface="+mn-lt"/>
                <a:ea typeface="ＭＳ Ｐゴシック" charset="0"/>
                <a:cs typeface="CiscoSans"/>
              </a:defRPr>
            </a:lvl1pPr>
            <a:lvl2pPr marL="342856" indent="0" algn="ctr" defTabSz="684213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None/>
              <a:defRPr lang="en-US" sz="1400" kern="1200">
                <a:solidFill>
                  <a:schemeClr val="tx1">
                    <a:tint val="75000"/>
                  </a:schemeClr>
                </a:solidFill>
                <a:latin typeface="+mn-lt"/>
                <a:ea typeface="ＭＳ Ｐゴシック" charset="0"/>
                <a:cs typeface="CiscoSans"/>
              </a:defRPr>
            </a:lvl2pPr>
            <a:lvl3pPr marL="685720" indent="0" algn="ctr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None/>
              <a:defRPr lang="en-US" sz="1200" kern="1200">
                <a:solidFill>
                  <a:schemeClr val="tx1">
                    <a:tint val="75000"/>
                  </a:schemeClr>
                </a:solidFill>
                <a:latin typeface="+mn-lt"/>
                <a:ea typeface="ＭＳ Ｐゴシック" charset="0"/>
                <a:cs typeface="CiscoSans"/>
              </a:defRPr>
            </a:lvl3pPr>
            <a:lvl4pPr marL="1028579" indent="0" algn="ctr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None/>
              <a:defRPr lang="en-US" sz="1100" kern="1200">
                <a:solidFill>
                  <a:schemeClr val="tx1">
                    <a:tint val="75000"/>
                  </a:schemeClr>
                </a:solidFill>
                <a:latin typeface="+mn-lt"/>
                <a:ea typeface="ＭＳ Ｐゴシック" charset="0"/>
                <a:cs typeface="CiscoSans"/>
              </a:defRPr>
            </a:lvl4pPr>
            <a:lvl5pPr marL="1371441" indent="0" algn="ctr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None/>
              <a:defRPr lang="en-US" sz="1100" kern="1200">
                <a:solidFill>
                  <a:schemeClr val="tx1">
                    <a:tint val="75000"/>
                  </a:schemeClr>
                </a:solidFill>
                <a:latin typeface="+mn-lt"/>
                <a:ea typeface="ＭＳ Ｐゴシック" charset="0"/>
                <a:cs typeface="CiscoSans"/>
              </a:defRPr>
            </a:lvl5pPr>
            <a:lvl6pPr marL="1714297" indent="0" algn="ctr" defTabSz="685777" rtl="0" eaLnBrk="1" latinLnBrk="0" hangingPunct="1">
              <a:spcBef>
                <a:spcPts val="600"/>
              </a:spcBef>
              <a:buFont typeface="Arial" pitchFamily="34" charset="0"/>
              <a:buNone/>
              <a:defRPr sz="9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161" indent="0" algn="ctr" defTabSz="685777" rtl="0" eaLnBrk="1" latinLnBrk="0" hangingPunct="1">
              <a:spcBef>
                <a:spcPts val="600"/>
              </a:spcBef>
              <a:buFont typeface="Arial" pitchFamily="34" charset="0"/>
              <a:buNone/>
              <a:defRPr sz="8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020" indent="0" algn="ctr" defTabSz="685777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2882" indent="0" algn="ctr" defTabSz="685777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accent5">
                    <a:lumMod val="40000"/>
                    <a:lumOff val="60000"/>
                  </a:schemeClr>
                </a:solidFill>
              </a:rPr>
              <a:t>Introduction to Networks v7.0 (ITN)</a:t>
            </a:r>
          </a:p>
          <a:p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89389863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3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Module Objectives</a:t>
            </a:r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1BC18D5F-2DAE-4928-9876-7F81DBAC95D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4462" y="798944"/>
            <a:ext cx="8853487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Module Title: </a:t>
            </a:r>
            <a:r>
              <a:rPr lang="en-US" altLang="en-US" sz="1600">
                <a:solidFill>
                  <a:schemeClr val="tx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Number Systems</a:t>
            </a:r>
            <a:endParaRPr kumimoji="0" lang="en-US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Module Objective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altLang="en-US" sz="1600">
                <a:solidFill>
                  <a:schemeClr val="tx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Calculate numbers between decimal, binary, and hexadecimal systems.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CA1CF45F-6FFF-4E7B-A283-AF4D9C8D6D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6683985"/>
              </p:ext>
            </p:extLst>
          </p:nvPr>
        </p:nvGraphicFramePr>
        <p:xfrm>
          <a:off x="1080754" y="2050715"/>
          <a:ext cx="6980904" cy="104207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490452">
                  <a:extLst>
                    <a:ext uri="{9D8B030D-6E8A-4147-A177-3AD203B41FA5}">
                      <a16:colId xmlns:a16="http://schemas.microsoft.com/office/drawing/2014/main" val="1523797708"/>
                    </a:ext>
                  </a:extLst>
                </a:gridCol>
                <a:gridCol w="3490452">
                  <a:extLst>
                    <a:ext uri="{9D8B030D-6E8A-4147-A177-3AD203B41FA5}">
                      <a16:colId xmlns:a16="http://schemas.microsoft.com/office/drawing/2014/main" val="2750207184"/>
                    </a:ext>
                  </a:extLst>
                </a:gridCol>
              </a:tblGrid>
              <a:tr h="21634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Topic Title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Topic Objective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74061904"/>
                  </a:ext>
                </a:extLst>
              </a:tr>
              <a:tr h="44415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Binary Number System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</a:rPr>
                        <a:t>Calculate numbers between decimal and binary systems.</a:t>
                      </a:r>
                      <a:endParaRPr lang="en-US" sz="1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46858405"/>
                  </a:ext>
                </a:extLst>
              </a:tr>
              <a:tr h="31593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Hexadecimal Number System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</a:rPr>
                        <a:t>Calculate numbers between decimal and hexadecimal systems.</a:t>
                      </a:r>
                      <a:endParaRPr lang="en-US" sz="1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35904258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11192384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88160"/>
            <a:ext cx="7598042" cy="929640"/>
          </a:xfrm>
        </p:spPr>
        <p:txBody>
          <a:bodyPr/>
          <a:lstStyle/>
          <a:p>
            <a:r>
              <a:rPr lang="en-US">
                <a:solidFill>
                  <a:schemeClr val="accent5">
                    <a:lumMod val="40000"/>
                    <a:lumOff val="60000"/>
                  </a:schemeClr>
                </a:solidFill>
              </a:rPr>
              <a:t>5.1 Binary Number System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73099643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/>
              <a:t>Binary Number System</a:t>
            </a:r>
            <a:br>
              <a:rPr lang="en-US"/>
            </a:br>
            <a:r>
              <a:rPr lang="en-US" sz="2400"/>
              <a:t>Binary and IPv4 Addresses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8531276" cy="1745526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000000"/>
                </a:solidFill>
              </a:rPr>
              <a:t>Binary numbering system consists of 1s and 0s, called bits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000000"/>
                </a:solidFill>
              </a:rPr>
              <a:t>Decimal numbering system consists of digits 0 through 9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000000"/>
                </a:solidFill>
              </a:rPr>
              <a:t>Hosts, servers, and network equipment using binary addressing to identify each other.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000000"/>
                </a:solidFill>
              </a:rPr>
              <a:t>Each address is made up of a string of 32 bits, divided into four sections called octets.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000000"/>
                </a:solidFill>
              </a:rPr>
              <a:t>Each octet contains 8 bits (or 1 byte) separated by a dot.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000000"/>
                </a:solidFill>
              </a:rPr>
              <a:t>For ease of use by people, this dotted notation is converted to dotted decimal.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>
              <a:solidFill>
                <a:srgbClr val="00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D0F2E4-E369-A548-A618-9BAB0C0C57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408" y="2722001"/>
            <a:ext cx="3473597" cy="1745526"/>
          </a:xfrm>
          <a:prstGeom prst="rect">
            <a:avLst/>
          </a:prstGeom>
        </p:spPr>
      </p:pic>
      <p:sp>
        <p:nvSpPr>
          <p:cNvPr id="7" name="Striped Right Arrow 6">
            <a:extLst>
              <a:ext uri="{FF2B5EF4-FFF2-40B4-BE49-F238E27FC236}">
                <a16:creationId xmlns:a16="http://schemas.microsoft.com/office/drawing/2014/main" id="{71668B65-DD31-5646-8CF8-039199DDBBA7}"/>
              </a:ext>
            </a:extLst>
          </p:cNvPr>
          <p:cNvSpPr/>
          <p:nvPr/>
        </p:nvSpPr>
        <p:spPr>
          <a:xfrm>
            <a:off x="3992526" y="3474830"/>
            <a:ext cx="520995" cy="239867"/>
          </a:xfrm>
          <a:prstGeom prst="stripedRightArrow">
            <a:avLst/>
          </a:prstGeom>
          <a:solidFill>
            <a:srgbClr val="36A4D7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E5F7270-39AA-FE40-92FD-F80B1DD908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7609" y="2722001"/>
            <a:ext cx="3227909" cy="1745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0648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899"/>
            <a:ext cx="8345488" cy="731837"/>
          </a:xfrm>
        </p:spPr>
        <p:txBody>
          <a:bodyPr/>
          <a:lstStyle/>
          <a:p>
            <a:r>
              <a:rPr lang="en-US" sz="1600"/>
              <a:t>Binary Number System</a:t>
            </a:r>
            <a:br>
              <a:rPr lang="en-US"/>
            </a:br>
            <a:r>
              <a:rPr lang="en-US" sz="2400"/>
              <a:t>Decimal Positional Notation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329901-EBC7-0747-A1C2-F937CA26E4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662" y="839972"/>
            <a:ext cx="8280057" cy="1005453"/>
          </a:xfrm>
        </p:spPr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000000"/>
                </a:solidFill>
              </a:rPr>
              <a:t>Positional notation means that a digit represents different values depending on the “position” the digit occupies in the sequence of numbers.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000000"/>
                </a:solidFill>
              </a:rPr>
              <a:t>The decimal positional notation system operates as shown in the tables below.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59CEC86-4057-DA4B-98C8-93666AE4B1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2672850"/>
              </p:ext>
            </p:extLst>
          </p:nvPr>
        </p:nvGraphicFramePr>
        <p:xfrm>
          <a:off x="389281" y="2464614"/>
          <a:ext cx="3402419" cy="12146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8437">
                  <a:extLst>
                    <a:ext uri="{9D8B030D-6E8A-4147-A177-3AD203B41FA5}">
                      <a16:colId xmlns:a16="http://schemas.microsoft.com/office/drawing/2014/main" val="3837822917"/>
                    </a:ext>
                  </a:extLst>
                </a:gridCol>
                <a:gridCol w="465690">
                  <a:extLst>
                    <a:ext uri="{9D8B030D-6E8A-4147-A177-3AD203B41FA5}">
                      <a16:colId xmlns:a16="http://schemas.microsoft.com/office/drawing/2014/main" val="2257126818"/>
                    </a:ext>
                  </a:extLst>
                </a:gridCol>
                <a:gridCol w="490708">
                  <a:extLst>
                    <a:ext uri="{9D8B030D-6E8A-4147-A177-3AD203B41FA5}">
                      <a16:colId xmlns:a16="http://schemas.microsoft.com/office/drawing/2014/main" val="733968975"/>
                    </a:ext>
                  </a:extLst>
                </a:gridCol>
                <a:gridCol w="480266">
                  <a:extLst>
                    <a:ext uri="{9D8B030D-6E8A-4147-A177-3AD203B41FA5}">
                      <a16:colId xmlns:a16="http://schemas.microsoft.com/office/drawing/2014/main" val="2184405947"/>
                    </a:ext>
                  </a:extLst>
                </a:gridCol>
                <a:gridCol w="647318">
                  <a:extLst>
                    <a:ext uri="{9D8B030D-6E8A-4147-A177-3AD203B41FA5}">
                      <a16:colId xmlns:a16="http://schemas.microsoft.com/office/drawing/2014/main" val="326059745"/>
                    </a:ext>
                  </a:extLst>
                </a:gridCol>
              </a:tblGrid>
              <a:tr h="303655">
                <a:tc>
                  <a:txBody>
                    <a:bodyPr/>
                    <a:lstStyle/>
                    <a:p>
                      <a:r>
                        <a:rPr lang="en-US" sz="1000"/>
                        <a:t>Radix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8718847"/>
                  </a:ext>
                </a:extLst>
              </a:tr>
              <a:tr h="303655">
                <a:tc>
                  <a:txBody>
                    <a:bodyPr/>
                    <a:lstStyle/>
                    <a:p>
                      <a:r>
                        <a:rPr lang="en-US" sz="1000"/>
                        <a:t>Position in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0694335"/>
                  </a:ext>
                </a:extLst>
              </a:tr>
              <a:tr h="303655">
                <a:tc>
                  <a:txBody>
                    <a:bodyPr/>
                    <a:lstStyle/>
                    <a:p>
                      <a:r>
                        <a:rPr lang="en-US" sz="1000"/>
                        <a:t>Calculate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(10</a:t>
                      </a:r>
                      <a:r>
                        <a:rPr lang="en-US" sz="1000" baseline="30000"/>
                        <a:t>3</a:t>
                      </a:r>
                      <a:r>
                        <a:rPr lang="en-US" sz="100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(10</a:t>
                      </a:r>
                      <a:r>
                        <a:rPr lang="en-US" sz="1000" baseline="30000"/>
                        <a:t>2</a:t>
                      </a:r>
                      <a:r>
                        <a:rPr lang="en-US" sz="100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(10</a:t>
                      </a:r>
                      <a:r>
                        <a:rPr lang="en-US" sz="1000" baseline="30000"/>
                        <a:t>1</a:t>
                      </a:r>
                      <a:r>
                        <a:rPr lang="en-US" sz="100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(10</a:t>
                      </a:r>
                      <a:r>
                        <a:rPr lang="en-US" sz="1000" baseline="30000"/>
                        <a:t>0</a:t>
                      </a:r>
                      <a:r>
                        <a:rPr lang="en-US" sz="100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6254151"/>
                  </a:ext>
                </a:extLst>
              </a:tr>
              <a:tr h="303655">
                <a:tc>
                  <a:txBody>
                    <a:bodyPr/>
                    <a:lstStyle/>
                    <a:p>
                      <a:r>
                        <a:rPr lang="en-US" sz="1000"/>
                        <a:t>Position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6814726"/>
                  </a:ext>
                </a:extLst>
              </a:tr>
            </a:tbl>
          </a:graphicData>
        </a:graphic>
      </p:graphicFrame>
      <p:sp>
        <p:nvSpPr>
          <p:cNvPr id="7" name="Striped Right Arrow 6">
            <a:extLst>
              <a:ext uri="{FF2B5EF4-FFF2-40B4-BE49-F238E27FC236}">
                <a16:creationId xmlns:a16="http://schemas.microsoft.com/office/drawing/2014/main" id="{42020144-2692-E747-88CD-CE940510F874}"/>
              </a:ext>
            </a:extLst>
          </p:cNvPr>
          <p:cNvSpPr/>
          <p:nvPr/>
        </p:nvSpPr>
        <p:spPr>
          <a:xfrm>
            <a:off x="3846144" y="2975788"/>
            <a:ext cx="381044" cy="192271"/>
          </a:xfrm>
          <a:prstGeom prst="stripedRightArrow">
            <a:avLst/>
          </a:prstGeom>
          <a:solidFill>
            <a:srgbClr val="36A4D7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D3027A9-4D3C-0E45-A334-44753559F4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4983596"/>
              </p:ext>
            </p:extLst>
          </p:nvPr>
        </p:nvGraphicFramePr>
        <p:xfrm>
          <a:off x="4285498" y="2286740"/>
          <a:ext cx="4469221" cy="157036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62986">
                  <a:extLst>
                    <a:ext uri="{9D8B030D-6E8A-4147-A177-3AD203B41FA5}">
                      <a16:colId xmlns:a16="http://schemas.microsoft.com/office/drawing/2014/main" val="82544986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400489453"/>
                    </a:ext>
                  </a:extLst>
                </a:gridCol>
                <a:gridCol w="776177">
                  <a:extLst>
                    <a:ext uri="{9D8B030D-6E8A-4147-A177-3AD203B41FA5}">
                      <a16:colId xmlns:a16="http://schemas.microsoft.com/office/drawing/2014/main" val="2753584476"/>
                    </a:ext>
                  </a:extLst>
                </a:gridCol>
                <a:gridCol w="659218">
                  <a:extLst>
                    <a:ext uri="{9D8B030D-6E8A-4147-A177-3AD203B41FA5}">
                      <a16:colId xmlns:a16="http://schemas.microsoft.com/office/drawing/2014/main" val="589627143"/>
                    </a:ext>
                  </a:extLst>
                </a:gridCol>
                <a:gridCol w="556440">
                  <a:extLst>
                    <a:ext uri="{9D8B030D-6E8A-4147-A177-3AD203B41FA5}">
                      <a16:colId xmlns:a16="http://schemas.microsoft.com/office/drawing/2014/main" val="281118420"/>
                    </a:ext>
                  </a:extLst>
                </a:gridCol>
              </a:tblGrid>
              <a:tr h="261728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Thousands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Hundreds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Tens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Ones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2842908"/>
                  </a:ext>
                </a:extLst>
              </a:tr>
              <a:tr h="261728">
                <a:tc>
                  <a:txBody>
                    <a:bodyPr/>
                    <a:lstStyle/>
                    <a:p>
                      <a:r>
                        <a:rPr lang="en-US" sz="1000"/>
                        <a:t>Positional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9960212"/>
                  </a:ext>
                </a:extLst>
              </a:tr>
              <a:tr h="261728">
                <a:tc>
                  <a:txBody>
                    <a:bodyPr/>
                    <a:lstStyle/>
                    <a:p>
                      <a:r>
                        <a:rPr lang="en-US" sz="1000"/>
                        <a:t>Decimal Number (1234)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8247003"/>
                  </a:ext>
                </a:extLst>
              </a:tr>
              <a:tr h="261728">
                <a:tc>
                  <a:txBody>
                    <a:bodyPr/>
                    <a:lstStyle/>
                    <a:p>
                      <a:r>
                        <a:rPr lang="en-US" sz="1000"/>
                        <a:t>Calculate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1 x 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2 x 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3 x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4 x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6830395"/>
                  </a:ext>
                </a:extLst>
              </a:tr>
              <a:tr h="261728">
                <a:tc>
                  <a:txBody>
                    <a:bodyPr/>
                    <a:lstStyle/>
                    <a:p>
                      <a:r>
                        <a:rPr lang="en-US" sz="1000"/>
                        <a:t>Add them up…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+ 200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+ 30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+ 4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2523445"/>
                  </a:ext>
                </a:extLst>
              </a:tr>
              <a:tr h="261728">
                <a:tc>
                  <a:txBody>
                    <a:bodyPr/>
                    <a:lstStyle/>
                    <a:p>
                      <a:r>
                        <a:rPr lang="en-US" sz="1000"/>
                        <a:t>Result</a:t>
                      </a: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000" b="1"/>
                        <a:t>1,234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1441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36211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899"/>
            <a:ext cx="8345488" cy="731837"/>
          </a:xfrm>
        </p:spPr>
        <p:txBody>
          <a:bodyPr/>
          <a:lstStyle/>
          <a:p>
            <a:r>
              <a:rPr lang="en-US" sz="1600"/>
              <a:t>Binary Number System</a:t>
            </a:r>
            <a:br>
              <a:rPr lang="en-US"/>
            </a:br>
            <a:r>
              <a:rPr lang="en-US" sz="2400"/>
              <a:t>Binary Positional Notation (Cont.)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329901-EBC7-0747-A1C2-F937CA26E4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662" y="839972"/>
            <a:ext cx="8280057" cy="334762"/>
          </a:xfrm>
        </p:spPr>
        <p:txBody>
          <a:bodyPr/>
          <a:lstStyle/>
          <a:p>
            <a:pPr marL="0" indent="0" algn="l"/>
            <a:r>
              <a:rPr lang="en-US" sz="1600">
                <a:solidFill>
                  <a:srgbClr val="000000"/>
                </a:solidFill>
              </a:rPr>
              <a:t>The binary positional notation system operates as shown in the tables below.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59CEC86-4057-DA4B-98C8-93666AE4B1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9030563"/>
              </p:ext>
            </p:extLst>
          </p:nvPr>
        </p:nvGraphicFramePr>
        <p:xfrm>
          <a:off x="389281" y="1265932"/>
          <a:ext cx="5733792" cy="12146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498">
                  <a:extLst>
                    <a:ext uri="{9D8B030D-6E8A-4147-A177-3AD203B41FA5}">
                      <a16:colId xmlns:a16="http://schemas.microsoft.com/office/drawing/2014/main" val="3837822917"/>
                    </a:ext>
                  </a:extLst>
                </a:gridCol>
                <a:gridCol w="499730">
                  <a:extLst>
                    <a:ext uri="{9D8B030D-6E8A-4147-A177-3AD203B41FA5}">
                      <a16:colId xmlns:a16="http://schemas.microsoft.com/office/drawing/2014/main" val="2257126818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733968975"/>
                    </a:ext>
                  </a:extLst>
                </a:gridCol>
                <a:gridCol w="435935">
                  <a:extLst>
                    <a:ext uri="{9D8B030D-6E8A-4147-A177-3AD203B41FA5}">
                      <a16:colId xmlns:a16="http://schemas.microsoft.com/office/drawing/2014/main" val="2184405947"/>
                    </a:ext>
                  </a:extLst>
                </a:gridCol>
                <a:gridCol w="435935">
                  <a:extLst>
                    <a:ext uri="{9D8B030D-6E8A-4147-A177-3AD203B41FA5}">
                      <a16:colId xmlns:a16="http://schemas.microsoft.com/office/drawing/2014/main" val="2878814134"/>
                    </a:ext>
                  </a:extLst>
                </a:gridCol>
                <a:gridCol w="499730">
                  <a:extLst>
                    <a:ext uri="{9D8B030D-6E8A-4147-A177-3AD203B41FA5}">
                      <a16:colId xmlns:a16="http://schemas.microsoft.com/office/drawing/2014/main" val="32605974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053828557"/>
                    </a:ext>
                  </a:extLst>
                </a:gridCol>
                <a:gridCol w="478466">
                  <a:extLst>
                    <a:ext uri="{9D8B030D-6E8A-4147-A177-3AD203B41FA5}">
                      <a16:colId xmlns:a16="http://schemas.microsoft.com/office/drawing/2014/main" val="830387269"/>
                    </a:ext>
                  </a:extLst>
                </a:gridCol>
                <a:gridCol w="489098">
                  <a:extLst>
                    <a:ext uri="{9D8B030D-6E8A-4147-A177-3AD203B41FA5}">
                      <a16:colId xmlns:a16="http://schemas.microsoft.com/office/drawing/2014/main" val="3034883102"/>
                    </a:ext>
                  </a:extLst>
                </a:gridCol>
              </a:tblGrid>
              <a:tr h="303655">
                <a:tc>
                  <a:txBody>
                    <a:bodyPr/>
                    <a:lstStyle/>
                    <a:p>
                      <a:r>
                        <a:rPr lang="en-US" sz="1000"/>
                        <a:t>Radix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8718847"/>
                  </a:ext>
                </a:extLst>
              </a:tr>
              <a:tr h="303655">
                <a:tc>
                  <a:txBody>
                    <a:bodyPr/>
                    <a:lstStyle/>
                    <a:p>
                      <a:r>
                        <a:rPr lang="en-US" sz="1000"/>
                        <a:t>Position in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0694335"/>
                  </a:ext>
                </a:extLst>
              </a:tr>
              <a:tr h="303655">
                <a:tc>
                  <a:txBody>
                    <a:bodyPr/>
                    <a:lstStyle/>
                    <a:p>
                      <a:r>
                        <a:rPr lang="en-US" sz="1000"/>
                        <a:t>Calculate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(2</a:t>
                      </a:r>
                      <a:r>
                        <a:rPr lang="en-US" sz="1000" baseline="30000"/>
                        <a:t>7</a:t>
                      </a:r>
                      <a:r>
                        <a:rPr lang="en-US" sz="100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(2</a:t>
                      </a:r>
                      <a:r>
                        <a:rPr lang="en-US" sz="1000" baseline="30000"/>
                        <a:t>6</a:t>
                      </a:r>
                      <a:r>
                        <a:rPr lang="en-US" sz="100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(2</a:t>
                      </a:r>
                      <a:r>
                        <a:rPr lang="en-US" sz="1000" baseline="30000"/>
                        <a:t>5</a:t>
                      </a:r>
                      <a:r>
                        <a:rPr lang="en-US" sz="100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(2</a:t>
                      </a:r>
                      <a:r>
                        <a:rPr lang="en-US" sz="1000" baseline="30000"/>
                        <a:t>4</a:t>
                      </a:r>
                      <a:r>
                        <a:rPr lang="en-US" sz="100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(2</a:t>
                      </a:r>
                      <a:r>
                        <a:rPr lang="en-US" sz="1000" baseline="30000"/>
                        <a:t>3</a:t>
                      </a:r>
                      <a:r>
                        <a:rPr lang="en-US" sz="100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(2</a:t>
                      </a:r>
                      <a:r>
                        <a:rPr lang="en-US" sz="1000" baseline="30000"/>
                        <a:t>2</a:t>
                      </a:r>
                      <a:r>
                        <a:rPr lang="en-US" sz="100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(2</a:t>
                      </a:r>
                      <a:r>
                        <a:rPr lang="en-US" sz="1000" baseline="30000"/>
                        <a:t>1</a:t>
                      </a:r>
                      <a:r>
                        <a:rPr lang="en-US" sz="100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(2</a:t>
                      </a:r>
                      <a:r>
                        <a:rPr lang="en-US" sz="1000" baseline="30000"/>
                        <a:t>0</a:t>
                      </a:r>
                      <a:r>
                        <a:rPr lang="en-US" sz="100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6254151"/>
                  </a:ext>
                </a:extLst>
              </a:tr>
              <a:tr h="303655">
                <a:tc>
                  <a:txBody>
                    <a:bodyPr/>
                    <a:lstStyle/>
                    <a:p>
                      <a:r>
                        <a:rPr lang="en-US" sz="1000"/>
                        <a:t>Position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6814726"/>
                  </a:ext>
                </a:extLst>
              </a:tr>
            </a:tbl>
          </a:graphicData>
        </a:graphic>
      </p:graphicFrame>
      <p:sp>
        <p:nvSpPr>
          <p:cNvPr id="7" name="Striped Right Arrow 6">
            <a:extLst>
              <a:ext uri="{FF2B5EF4-FFF2-40B4-BE49-F238E27FC236}">
                <a16:creationId xmlns:a16="http://schemas.microsoft.com/office/drawing/2014/main" id="{42020144-2692-E747-88CD-CE940510F874}"/>
              </a:ext>
            </a:extLst>
          </p:cNvPr>
          <p:cNvSpPr/>
          <p:nvPr/>
        </p:nvSpPr>
        <p:spPr>
          <a:xfrm rot="5400000">
            <a:off x="3753951" y="2666137"/>
            <a:ext cx="381044" cy="192271"/>
          </a:xfrm>
          <a:prstGeom prst="stripedRightArrow">
            <a:avLst/>
          </a:prstGeom>
          <a:solidFill>
            <a:srgbClr val="36A4D7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AF9CA21-1491-D046-A16A-EF95E9FFD0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9745532"/>
              </p:ext>
            </p:extLst>
          </p:nvPr>
        </p:nvGraphicFramePr>
        <p:xfrm>
          <a:off x="2611696" y="3037184"/>
          <a:ext cx="5733792" cy="151827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800816">
                  <a:extLst>
                    <a:ext uri="{9D8B030D-6E8A-4147-A177-3AD203B41FA5}">
                      <a16:colId xmlns:a16="http://schemas.microsoft.com/office/drawing/2014/main" val="3837822917"/>
                    </a:ext>
                  </a:extLst>
                </a:gridCol>
                <a:gridCol w="584790">
                  <a:extLst>
                    <a:ext uri="{9D8B030D-6E8A-4147-A177-3AD203B41FA5}">
                      <a16:colId xmlns:a16="http://schemas.microsoft.com/office/drawing/2014/main" val="2257126818"/>
                    </a:ext>
                  </a:extLst>
                </a:gridCol>
                <a:gridCol w="489098">
                  <a:extLst>
                    <a:ext uri="{9D8B030D-6E8A-4147-A177-3AD203B41FA5}">
                      <a16:colId xmlns:a16="http://schemas.microsoft.com/office/drawing/2014/main" val="733968975"/>
                    </a:ext>
                  </a:extLst>
                </a:gridCol>
                <a:gridCol w="499730">
                  <a:extLst>
                    <a:ext uri="{9D8B030D-6E8A-4147-A177-3AD203B41FA5}">
                      <a16:colId xmlns:a16="http://schemas.microsoft.com/office/drawing/2014/main" val="2184405947"/>
                    </a:ext>
                  </a:extLst>
                </a:gridCol>
                <a:gridCol w="478465">
                  <a:extLst>
                    <a:ext uri="{9D8B030D-6E8A-4147-A177-3AD203B41FA5}">
                      <a16:colId xmlns:a16="http://schemas.microsoft.com/office/drawing/2014/main" val="2878814134"/>
                    </a:ext>
                  </a:extLst>
                </a:gridCol>
                <a:gridCol w="456129">
                  <a:extLst>
                    <a:ext uri="{9D8B030D-6E8A-4147-A177-3AD203B41FA5}">
                      <a16:colId xmlns:a16="http://schemas.microsoft.com/office/drawing/2014/main" val="32605974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053828557"/>
                    </a:ext>
                  </a:extLst>
                </a:gridCol>
                <a:gridCol w="478466">
                  <a:extLst>
                    <a:ext uri="{9D8B030D-6E8A-4147-A177-3AD203B41FA5}">
                      <a16:colId xmlns:a16="http://schemas.microsoft.com/office/drawing/2014/main" val="830387269"/>
                    </a:ext>
                  </a:extLst>
                </a:gridCol>
                <a:gridCol w="489098">
                  <a:extLst>
                    <a:ext uri="{9D8B030D-6E8A-4147-A177-3AD203B41FA5}">
                      <a16:colId xmlns:a16="http://schemas.microsoft.com/office/drawing/2014/main" val="3034883102"/>
                    </a:ext>
                  </a:extLst>
                </a:gridCol>
              </a:tblGrid>
              <a:tr h="303655">
                <a:tc>
                  <a:txBody>
                    <a:bodyPr/>
                    <a:lstStyle/>
                    <a:p>
                      <a:r>
                        <a:rPr lang="en-US" sz="1000"/>
                        <a:t>Positional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8718847"/>
                  </a:ext>
                </a:extLst>
              </a:tr>
              <a:tr h="303655">
                <a:tc>
                  <a:txBody>
                    <a:bodyPr/>
                    <a:lstStyle/>
                    <a:p>
                      <a:r>
                        <a:rPr lang="en-US" sz="1000"/>
                        <a:t>Binary Number (11000000)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0694335"/>
                  </a:ext>
                </a:extLst>
              </a:tr>
              <a:tr h="303655">
                <a:tc>
                  <a:txBody>
                    <a:bodyPr/>
                    <a:lstStyle/>
                    <a:p>
                      <a:r>
                        <a:rPr lang="en-US" sz="1000"/>
                        <a:t>Calculate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1x128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1x64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0x32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0x16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0x8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0x4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0x2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0x1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6254151"/>
                  </a:ext>
                </a:extLst>
              </a:tr>
              <a:tr h="303655">
                <a:tc>
                  <a:txBody>
                    <a:bodyPr/>
                    <a:lstStyle/>
                    <a:p>
                      <a:r>
                        <a:rPr lang="en-US" sz="1000"/>
                        <a:t>Add Them Up…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+ 64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+ 0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+ 0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+ 0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+ 0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+ 0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+ 0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6814726"/>
                  </a:ext>
                </a:extLst>
              </a:tr>
              <a:tr h="303655">
                <a:tc>
                  <a:txBody>
                    <a:bodyPr/>
                    <a:lstStyle/>
                    <a:p>
                      <a:r>
                        <a:rPr lang="en-US" sz="1000"/>
                        <a:t>Result</a:t>
                      </a:r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en-US" sz="1000" b="1"/>
                        <a:t>192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37793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92399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900"/>
            <a:ext cx="8345488" cy="642000"/>
          </a:xfrm>
        </p:spPr>
        <p:txBody>
          <a:bodyPr/>
          <a:lstStyle/>
          <a:p>
            <a:r>
              <a:rPr lang="en-US" sz="1600"/>
              <a:t>Binary Number System</a:t>
            </a:r>
            <a:br>
              <a:rPr lang="en-US"/>
            </a:br>
            <a:r>
              <a:rPr lang="en-US" sz="2400"/>
              <a:t>Convert Binary to Decimal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33637D-1648-514C-8643-E324E7FBCF34}"/>
              </a:ext>
            </a:extLst>
          </p:cNvPr>
          <p:cNvSpPr txBox="1"/>
          <p:nvPr/>
        </p:nvSpPr>
        <p:spPr>
          <a:xfrm>
            <a:off x="457201" y="609847"/>
            <a:ext cx="5079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Convert 11000000.10101000.00001011.00001010 to decimal.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AF9CA21-1491-D046-A16A-EF95E9FFD0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0375451"/>
              </p:ext>
            </p:extLst>
          </p:nvPr>
        </p:nvGraphicFramePr>
        <p:xfrm>
          <a:off x="457201" y="870063"/>
          <a:ext cx="5220587" cy="3712566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650437">
                  <a:extLst>
                    <a:ext uri="{9D8B030D-6E8A-4147-A177-3AD203B41FA5}">
                      <a16:colId xmlns:a16="http://schemas.microsoft.com/office/drawing/2014/main" val="3837822917"/>
                    </a:ext>
                  </a:extLst>
                </a:gridCol>
                <a:gridCol w="530842">
                  <a:extLst>
                    <a:ext uri="{9D8B030D-6E8A-4147-A177-3AD203B41FA5}">
                      <a16:colId xmlns:a16="http://schemas.microsoft.com/office/drawing/2014/main" val="2257126818"/>
                    </a:ext>
                  </a:extLst>
                </a:gridCol>
                <a:gridCol w="443978">
                  <a:extLst>
                    <a:ext uri="{9D8B030D-6E8A-4147-A177-3AD203B41FA5}">
                      <a16:colId xmlns:a16="http://schemas.microsoft.com/office/drawing/2014/main" val="733968975"/>
                    </a:ext>
                  </a:extLst>
                </a:gridCol>
                <a:gridCol w="453629">
                  <a:extLst>
                    <a:ext uri="{9D8B030D-6E8A-4147-A177-3AD203B41FA5}">
                      <a16:colId xmlns:a16="http://schemas.microsoft.com/office/drawing/2014/main" val="2184405947"/>
                    </a:ext>
                  </a:extLst>
                </a:gridCol>
                <a:gridCol w="434325">
                  <a:extLst>
                    <a:ext uri="{9D8B030D-6E8A-4147-A177-3AD203B41FA5}">
                      <a16:colId xmlns:a16="http://schemas.microsoft.com/office/drawing/2014/main" val="2878814134"/>
                    </a:ext>
                  </a:extLst>
                </a:gridCol>
                <a:gridCol w="414050">
                  <a:extLst>
                    <a:ext uri="{9D8B030D-6E8A-4147-A177-3AD203B41FA5}">
                      <a16:colId xmlns:a16="http://schemas.microsoft.com/office/drawing/2014/main" val="326059745"/>
                    </a:ext>
                  </a:extLst>
                </a:gridCol>
                <a:gridCol w="415022">
                  <a:extLst>
                    <a:ext uri="{9D8B030D-6E8A-4147-A177-3AD203B41FA5}">
                      <a16:colId xmlns:a16="http://schemas.microsoft.com/office/drawing/2014/main" val="1053828557"/>
                    </a:ext>
                  </a:extLst>
                </a:gridCol>
                <a:gridCol w="434326">
                  <a:extLst>
                    <a:ext uri="{9D8B030D-6E8A-4147-A177-3AD203B41FA5}">
                      <a16:colId xmlns:a16="http://schemas.microsoft.com/office/drawing/2014/main" val="830387269"/>
                    </a:ext>
                  </a:extLst>
                </a:gridCol>
                <a:gridCol w="443978">
                  <a:extLst>
                    <a:ext uri="{9D8B030D-6E8A-4147-A177-3AD203B41FA5}">
                      <a16:colId xmlns:a16="http://schemas.microsoft.com/office/drawing/2014/main" val="3034883102"/>
                    </a:ext>
                  </a:extLst>
                </a:gridCol>
              </a:tblGrid>
              <a:tr h="285582">
                <a:tc>
                  <a:txBody>
                    <a:bodyPr/>
                    <a:lstStyle/>
                    <a:p>
                      <a:r>
                        <a:rPr lang="en-US" sz="900"/>
                        <a:t>Positional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8718847"/>
                  </a:ext>
                </a:extLst>
              </a:tr>
              <a:tr h="285582">
                <a:tc>
                  <a:txBody>
                    <a:bodyPr/>
                    <a:lstStyle/>
                    <a:p>
                      <a:r>
                        <a:rPr lang="en-US" sz="900" b="1"/>
                        <a:t>Binary Number (11000000)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b="1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b="1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b="1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b="1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b="1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b="1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b="1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b="1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0694335"/>
                  </a:ext>
                </a:extLst>
              </a:tr>
              <a:tr h="285582">
                <a:tc>
                  <a:txBody>
                    <a:bodyPr/>
                    <a:lstStyle/>
                    <a:p>
                      <a:r>
                        <a:rPr lang="en-US" sz="900"/>
                        <a:t>Calculate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1x128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1x64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0x32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0x16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0x8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0x4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0x2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0x1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6254151"/>
                  </a:ext>
                </a:extLst>
              </a:tr>
              <a:tr h="285582">
                <a:tc>
                  <a:txBody>
                    <a:bodyPr/>
                    <a:lstStyle/>
                    <a:p>
                      <a:r>
                        <a:rPr lang="en-US" sz="900"/>
                        <a:t>Add Them Up…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+ 64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+ 0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+ 0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+ 0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+ 0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+ 0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+ 0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6814726"/>
                  </a:ext>
                </a:extLst>
              </a:tr>
              <a:tr h="285582">
                <a:tc>
                  <a:txBody>
                    <a:bodyPr/>
                    <a:lstStyle/>
                    <a:p>
                      <a:r>
                        <a:rPr lang="en-US" sz="900" b="1"/>
                        <a:t>Binary Number (10101000)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b="1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b="1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b="1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b="1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b="1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b="1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b="1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b="1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5192349"/>
                  </a:ext>
                </a:extLst>
              </a:tr>
              <a:tr h="285582">
                <a:tc>
                  <a:txBody>
                    <a:bodyPr/>
                    <a:lstStyle/>
                    <a:p>
                      <a:r>
                        <a:rPr lang="en-US" sz="900"/>
                        <a:t>Calculate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1x128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0x64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1x32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0x16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1x8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0x4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0x2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0x1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5965177"/>
                  </a:ext>
                </a:extLst>
              </a:tr>
              <a:tr h="285582">
                <a:tc>
                  <a:txBody>
                    <a:bodyPr/>
                    <a:lstStyle/>
                    <a:p>
                      <a:r>
                        <a:rPr lang="en-US" sz="900"/>
                        <a:t>Add Them Up…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+ 0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+ 32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+ 0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+ 8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+ 0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+ 0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+ 0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3785248"/>
                  </a:ext>
                </a:extLst>
              </a:tr>
              <a:tr h="285582">
                <a:tc>
                  <a:txBody>
                    <a:bodyPr/>
                    <a:lstStyle/>
                    <a:p>
                      <a:r>
                        <a:rPr lang="en-US" sz="900" b="1"/>
                        <a:t>Binary Number (00001011)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b="1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b="1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b="1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b="1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b="1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b="1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b="1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b="1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1484521"/>
                  </a:ext>
                </a:extLst>
              </a:tr>
              <a:tr h="285582">
                <a:tc>
                  <a:txBody>
                    <a:bodyPr/>
                    <a:lstStyle/>
                    <a:p>
                      <a:r>
                        <a:rPr lang="en-US" sz="900"/>
                        <a:t>Calculate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0x128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0x64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0x32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0x16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1x8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0x4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1x2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1x1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0687189"/>
                  </a:ext>
                </a:extLst>
              </a:tr>
              <a:tr h="285582">
                <a:tc>
                  <a:txBody>
                    <a:bodyPr/>
                    <a:lstStyle/>
                    <a:p>
                      <a:r>
                        <a:rPr lang="en-US" sz="900"/>
                        <a:t>Add Them Up…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+ 0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+ 0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+ 0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+ 8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+ 0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+ 2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+ 1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276895"/>
                  </a:ext>
                </a:extLst>
              </a:tr>
              <a:tr h="285582">
                <a:tc>
                  <a:txBody>
                    <a:bodyPr/>
                    <a:lstStyle/>
                    <a:p>
                      <a:r>
                        <a:rPr lang="en-US" sz="900" b="1"/>
                        <a:t>Binary Number (00001010)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b="1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b="1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b="1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b="1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b="1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b="1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b="1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b="1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4818952"/>
                  </a:ext>
                </a:extLst>
              </a:tr>
              <a:tr h="285582">
                <a:tc>
                  <a:txBody>
                    <a:bodyPr/>
                    <a:lstStyle/>
                    <a:p>
                      <a:r>
                        <a:rPr lang="en-US" sz="900"/>
                        <a:t>Calculate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0x128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0x64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0x32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0x16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1x8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0x4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1x2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0x1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7708464"/>
                  </a:ext>
                </a:extLst>
              </a:tr>
              <a:tr h="285582">
                <a:tc>
                  <a:txBody>
                    <a:bodyPr/>
                    <a:lstStyle/>
                    <a:p>
                      <a:r>
                        <a:rPr lang="en-US" sz="900"/>
                        <a:t>Add Them Up…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+ 0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+ 0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+ 0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+ 8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+ 0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+ 2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+ 0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3732414"/>
                  </a:ext>
                </a:extLst>
              </a:tr>
            </a:tbl>
          </a:graphicData>
        </a:graphic>
      </p:graphicFrame>
      <p:sp>
        <p:nvSpPr>
          <p:cNvPr id="10" name="Striped Right Arrow 9">
            <a:extLst>
              <a:ext uri="{FF2B5EF4-FFF2-40B4-BE49-F238E27FC236}">
                <a16:creationId xmlns:a16="http://schemas.microsoft.com/office/drawing/2014/main" id="{D49ED2DC-1A84-EF4D-A815-27AB78E5A890}"/>
              </a:ext>
            </a:extLst>
          </p:cNvPr>
          <p:cNvSpPr/>
          <p:nvPr/>
        </p:nvSpPr>
        <p:spPr>
          <a:xfrm>
            <a:off x="5760005" y="1774309"/>
            <a:ext cx="381044" cy="192271"/>
          </a:xfrm>
          <a:prstGeom prst="stripedRightArrow">
            <a:avLst/>
          </a:prstGeom>
          <a:solidFill>
            <a:srgbClr val="36A4D7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DF44BE1-E74E-B943-ACAF-701CDE5A5AB1}"/>
              </a:ext>
            </a:extLst>
          </p:cNvPr>
          <p:cNvSpPr txBox="1"/>
          <p:nvPr/>
        </p:nvSpPr>
        <p:spPr>
          <a:xfrm>
            <a:off x="6141049" y="1668465"/>
            <a:ext cx="5261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192</a:t>
            </a:r>
          </a:p>
        </p:txBody>
      </p:sp>
      <p:sp>
        <p:nvSpPr>
          <p:cNvPr id="11" name="Striped Right Arrow 10">
            <a:extLst>
              <a:ext uri="{FF2B5EF4-FFF2-40B4-BE49-F238E27FC236}">
                <a16:creationId xmlns:a16="http://schemas.microsoft.com/office/drawing/2014/main" id="{E2DD788D-C7C9-8F41-9780-6C918558245C}"/>
              </a:ext>
            </a:extLst>
          </p:cNvPr>
          <p:cNvSpPr/>
          <p:nvPr/>
        </p:nvSpPr>
        <p:spPr>
          <a:xfrm>
            <a:off x="5760005" y="2630210"/>
            <a:ext cx="381044" cy="192271"/>
          </a:xfrm>
          <a:prstGeom prst="stripedRightArrow">
            <a:avLst/>
          </a:prstGeom>
          <a:solidFill>
            <a:srgbClr val="36A4D7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DAB09D-5C2D-3F4E-8845-7623CD741BA3}"/>
              </a:ext>
            </a:extLst>
          </p:cNvPr>
          <p:cNvSpPr txBox="1"/>
          <p:nvPr/>
        </p:nvSpPr>
        <p:spPr>
          <a:xfrm>
            <a:off x="6141049" y="2562677"/>
            <a:ext cx="5261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168</a:t>
            </a:r>
          </a:p>
        </p:txBody>
      </p:sp>
      <p:sp>
        <p:nvSpPr>
          <p:cNvPr id="12" name="Striped Right Arrow 11">
            <a:extLst>
              <a:ext uri="{FF2B5EF4-FFF2-40B4-BE49-F238E27FC236}">
                <a16:creationId xmlns:a16="http://schemas.microsoft.com/office/drawing/2014/main" id="{141871DF-706B-6245-89ED-0FF3A3547950}"/>
              </a:ext>
            </a:extLst>
          </p:cNvPr>
          <p:cNvSpPr/>
          <p:nvPr/>
        </p:nvSpPr>
        <p:spPr>
          <a:xfrm>
            <a:off x="5760005" y="3453770"/>
            <a:ext cx="381044" cy="192271"/>
          </a:xfrm>
          <a:prstGeom prst="stripedRightArrow">
            <a:avLst/>
          </a:prstGeom>
          <a:solidFill>
            <a:srgbClr val="36A4D7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3F7ACE9-16B2-3749-863C-F4F3A589F177}"/>
              </a:ext>
            </a:extLst>
          </p:cNvPr>
          <p:cNvSpPr txBox="1"/>
          <p:nvPr/>
        </p:nvSpPr>
        <p:spPr>
          <a:xfrm>
            <a:off x="6141049" y="3380628"/>
            <a:ext cx="3970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11</a:t>
            </a:r>
          </a:p>
        </p:txBody>
      </p:sp>
      <p:sp>
        <p:nvSpPr>
          <p:cNvPr id="13" name="Striped Right Arrow 12">
            <a:extLst>
              <a:ext uri="{FF2B5EF4-FFF2-40B4-BE49-F238E27FC236}">
                <a16:creationId xmlns:a16="http://schemas.microsoft.com/office/drawing/2014/main" id="{0C9E7D89-0647-014E-B2C5-64798F2B969B}"/>
              </a:ext>
            </a:extLst>
          </p:cNvPr>
          <p:cNvSpPr/>
          <p:nvPr/>
        </p:nvSpPr>
        <p:spPr>
          <a:xfrm>
            <a:off x="5760005" y="4277330"/>
            <a:ext cx="381044" cy="192271"/>
          </a:xfrm>
          <a:prstGeom prst="stripedRightArrow">
            <a:avLst/>
          </a:prstGeom>
          <a:solidFill>
            <a:srgbClr val="36A4D7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0657E43-4134-CF48-A3F5-8683E2255920}"/>
              </a:ext>
            </a:extLst>
          </p:cNvPr>
          <p:cNvSpPr txBox="1"/>
          <p:nvPr/>
        </p:nvSpPr>
        <p:spPr>
          <a:xfrm>
            <a:off x="6176476" y="4215204"/>
            <a:ext cx="4122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10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7CEEC7A-5727-4044-985E-A3720E5F431A}"/>
              </a:ext>
            </a:extLst>
          </p:cNvPr>
          <p:cNvSpPr txBox="1"/>
          <p:nvPr/>
        </p:nvSpPr>
        <p:spPr>
          <a:xfrm>
            <a:off x="7048199" y="2901231"/>
            <a:ext cx="14806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192.168.11.10</a:t>
            </a:r>
          </a:p>
        </p:txBody>
      </p:sp>
    </p:spTree>
    <p:extLst>
      <p:ext uri="{BB962C8B-B14F-4D97-AF65-F5344CB8AC3E}">
        <p14:creationId xmlns:p14="http://schemas.microsoft.com/office/powerpoint/2010/main" val="41304441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899"/>
            <a:ext cx="8345488" cy="731837"/>
          </a:xfrm>
        </p:spPr>
        <p:txBody>
          <a:bodyPr/>
          <a:lstStyle/>
          <a:p>
            <a:r>
              <a:rPr lang="en-US" sz="1600"/>
              <a:t>Binary Number System</a:t>
            </a:r>
            <a:br>
              <a:rPr lang="en-US"/>
            </a:br>
            <a:r>
              <a:rPr lang="en-US" sz="2400"/>
              <a:t>Decimal to Binary Conversion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329901-EBC7-0747-A1C2-F937CA26E4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285" y="753957"/>
            <a:ext cx="8169608" cy="613657"/>
          </a:xfrm>
        </p:spPr>
        <p:txBody>
          <a:bodyPr/>
          <a:lstStyle/>
          <a:p>
            <a:pPr marL="0" indent="0" algn="l"/>
            <a:r>
              <a:rPr lang="en-US" sz="1600">
                <a:solidFill>
                  <a:srgbClr val="000000"/>
                </a:solidFill>
              </a:rPr>
              <a:t>The binary positional value table is useful in converting a dotted decimal IPv4 address to binary.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D84704-3B8B-8A4B-8934-63877DA7F66D}"/>
              </a:ext>
            </a:extLst>
          </p:cNvPr>
          <p:cNvSpPr txBox="1"/>
          <p:nvPr/>
        </p:nvSpPr>
        <p:spPr>
          <a:xfrm>
            <a:off x="499729" y="1453629"/>
            <a:ext cx="3831202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31860" lvl="2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000000"/>
                </a:solidFill>
              </a:rPr>
              <a:t>Start in the 128 position (the most significant bit). Is the decimal number of the octet (n) equal to or greater than 128?</a:t>
            </a:r>
          </a:p>
          <a:p>
            <a:pPr marL="431860" lvl="2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000000"/>
                </a:solidFill>
              </a:rPr>
              <a:t>If no, record a binary 0 in the 128 positional value and move to the 64 positional value.</a:t>
            </a:r>
          </a:p>
          <a:p>
            <a:pPr marL="431860" lvl="2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000000"/>
                </a:solidFill>
              </a:rPr>
              <a:t>If yes, record a binary 1 in the 128 positional value, subtract 128 from the decimal number, and move to the 64 positional value.</a:t>
            </a:r>
          </a:p>
          <a:p>
            <a:pPr marL="431860" lvl="2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000000"/>
                </a:solidFill>
              </a:rPr>
              <a:t>Repeat these steps through the 1 positional value.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5B9CF60-26BD-2A4F-84D1-1606E76548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0930" y="1383647"/>
            <a:ext cx="4680513" cy="280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5469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899"/>
            <a:ext cx="8345488" cy="731837"/>
          </a:xfrm>
        </p:spPr>
        <p:txBody>
          <a:bodyPr/>
          <a:lstStyle/>
          <a:p>
            <a:r>
              <a:rPr lang="en-US" sz="1600"/>
              <a:t>Binary Number System</a:t>
            </a:r>
            <a:br>
              <a:rPr lang="en-US"/>
            </a:br>
            <a:r>
              <a:rPr lang="en-US" sz="2400"/>
              <a:t>Decimal to Binary Conversion Example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0E0F311-4D33-514A-9143-27C3742AE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661" y="786907"/>
            <a:ext cx="8280057" cy="448354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0000"/>
                </a:solidFill>
              </a:rPr>
              <a:t>Convert decimal 168 to binary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4FBDCB-1E6D-BB46-BF05-F3AEE9F9019F}"/>
              </a:ext>
            </a:extLst>
          </p:cNvPr>
          <p:cNvSpPr txBox="1"/>
          <p:nvPr/>
        </p:nvSpPr>
        <p:spPr>
          <a:xfrm>
            <a:off x="1720182" y="1235260"/>
            <a:ext cx="5134291" cy="24622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>
                <a:solidFill>
                  <a:srgbClr val="000000"/>
                </a:solidFill>
              </a:rPr>
              <a:t>Is 168 &gt; 128?</a:t>
            </a:r>
          </a:p>
          <a:p>
            <a:pPr marL="285750" indent="-285750">
              <a:buFontTx/>
              <a:buChar char="-"/>
            </a:pPr>
            <a:r>
              <a:rPr lang="en-US" sz="1400">
                <a:solidFill>
                  <a:srgbClr val="000000"/>
                </a:solidFill>
              </a:rPr>
              <a:t>Yes, enter 1 in 128 position and subtract 128 (168-128=40)</a:t>
            </a:r>
          </a:p>
          <a:p>
            <a:r>
              <a:rPr lang="en-US" sz="1400">
                <a:solidFill>
                  <a:srgbClr val="000000"/>
                </a:solidFill>
              </a:rPr>
              <a:t>Is 40 &gt; 64?</a:t>
            </a:r>
          </a:p>
          <a:p>
            <a:pPr marL="285750" indent="-285750">
              <a:buFontTx/>
              <a:buChar char="-"/>
            </a:pPr>
            <a:r>
              <a:rPr lang="en-US" sz="1400">
                <a:solidFill>
                  <a:srgbClr val="000000"/>
                </a:solidFill>
              </a:rPr>
              <a:t>No, enter 0 in 64 position and move on</a:t>
            </a:r>
          </a:p>
          <a:p>
            <a:r>
              <a:rPr lang="en-US" sz="1400">
                <a:solidFill>
                  <a:srgbClr val="000000"/>
                </a:solidFill>
              </a:rPr>
              <a:t>Is 40 &gt; 32?</a:t>
            </a:r>
          </a:p>
          <a:p>
            <a:pPr marL="285750" indent="-285750">
              <a:buFontTx/>
              <a:buChar char="-"/>
            </a:pPr>
            <a:r>
              <a:rPr lang="en-US" sz="1400">
                <a:solidFill>
                  <a:srgbClr val="000000"/>
                </a:solidFill>
              </a:rPr>
              <a:t>Yes, enter 1 in 32 position and subtract 32 (40-32=8)</a:t>
            </a:r>
          </a:p>
          <a:p>
            <a:r>
              <a:rPr lang="en-US" sz="1400">
                <a:solidFill>
                  <a:srgbClr val="000000"/>
                </a:solidFill>
              </a:rPr>
              <a:t>Is 8 &gt; 16?</a:t>
            </a:r>
          </a:p>
          <a:p>
            <a:pPr marL="285750" indent="-285750">
              <a:buFontTx/>
              <a:buChar char="-"/>
            </a:pPr>
            <a:r>
              <a:rPr lang="en-US" sz="1400">
                <a:solidFill>
                  <a:srgbClr val="000000"/>
                </a:solidFill>
              </a:rPr>
              <a:t>No, enter 0 in 16 position and move on</a:t>
            </a:r>
          </a:p>
          <a:p>
            <a:r>
              <a:rPr lang="en-US" sz="1400">
                <a:solidFill>
                  <a:srgbClr val="000000"/>
                </a:solidFill>
              </a:rPr>
              <a:t>Is 8 &gt; 8?</a:t>
            </a:r>
          </a:p>
          <a:p>
            <a:pPr marL="285750" indent="-285750">
              <a:buFontTx/>
              <a:buChar char="-"/>
            </a:pPr>
            <a:r>
              <a:rPr lang="en-US" sz="1400">
                <a:solidFill>
                  <a:srgbClr val="000000"/>
                </a:solidFill>
              </a:rPr>
              <a:t>Equal. Enter 1 in 8 position and subtract 8 (8-8=0)</a:t>
            </a:r>
          </a:p>
          <a:p>
            <a:r>
              <a:rPr lang="en-US" sz="1400">
                <a:solidFill>
                  <a:srgbClr val="000000"/>
                </a:solidFill>
              </a:rPr>
              <a:t>No values left. Enter 0 in remaining binary positions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CE0BC4F-4A15-D942-ABB8-2C9AD7326B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8376779"/>
              </p:ext>
            </p:extLst>
          </p:nvPr>
        </p:nvGraphicFramePr>
        <p:xfrm>
          <a:off x="1524000" y="3720643"/>
          <a:ext cx="6096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174530668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77926051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42579690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93959350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62465465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6835414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298863818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7994698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20208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0646200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CF774CF2-89D3-0F49-8952-FA53BF5E2107}"/>
              </a:ext>
            </a:extLst>
          </p:cNvPr>
          <p:cNvSpPr txBox="1"/>
          <p:nvPr/>
        </p:nvSpPr>
        <p:spPr>
          <a:xfrm>
            <a:off x="2741421" y="4462323"/>
            <a:ext cx="37465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Decimal 168 is written as 10101000 in binary</a:t>
            </a:r>
          </a:p>
        </p:txBody>
      </p:sp>
    </p:spTree>
    <p:extLst>
      <p:ext uri="{BB962C8B-B14F-4D97-AF65-F5344CB8AC3E}">
        <p14:creationId xmlns:p14="http://schemas.microsoft.com/office/powerpoint/2010/main" val="15808045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839D2D72-A3EA-465C-B45B-0598946AEF73}"/>
              </a:ext>
            </a:extLst>
          </p:cNvPr>
          <p:cNvSpPr txBox="1">
            <a:spLocks/>
          </p:cNvSpPr>
          <p:nvPr/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9pPr>
          </a:lstStyle>
          <a:p>
            <a:fld id="{0FB75D29-025C-4CAA-AFC0-B81FC74F52A9}" type="slidenum">
              <a:rPr lang="cs-CZ" altLang="sk-SK" smtClean="0"/>
              <a:pPr/>
              <a:t>10</a:t>
            </a:fld>
            <a:endParaRPr lang="cs-CZ" altLang="sk-SK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0294C04E-708E-49E7-9E26-29556B6380D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84151" y="128588"/>
            <a:ext cx="7772400" cy="1143000"/>
          </a:xfrm>
        </p:spPr>
        <p:txBody>
          <a:bodyPr/>
          <a:lstStyle/>
          <a:p>
            <a:r>
              <a:rPr lang="sk-SK" altLang="sk-SK"/>
              <a:t>Binárne čísla - prevody</a:t>
            </a: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D4A558F0-E560-4EE6-A1BC-C3CD5C8436A2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467317680"/>
              </p:ext>
            </p:extLst>
          </p:nvPr>
        </p:nvGraphicFramePr>
        <p:xfrm>
          <a:off x="606095" y="985564"/>
          <a:ext cx="5181600" cy="1102360"/>
        </p:xfrm>
        <a:graphic>
          <a:graphicData uri="http://schemas.openxmlformats.org/drawingml/2006/table">
            <a:tbl>
              <a:tblPr/>
              <a:tblGrid>
                <a:gridCol w="938212">
                  <a:extLst>
                    <a:ext uri="{9D8B030D-6E8A-4147-A177-3AD203B41FA5}">
                      <a16:colId xmlns:a16="http://schemas.microsoft.com/office/drawing/2014/main" val="800723611"/>
                    </a:ext>
                  </a:extLst>
                </a:gridCol>
                <a:gridCol w="754063">
                  <a:extLst>
                    <a:ext uri="{9D8B030D-6E8A-4147-A177-3AD203B41FA5}">
                      <a16:colId xmlns:a16="http://schemas.microsoft.com/office/drawing/2014/main" val="2542228657"/>
                    </a:ext>
                  </a:extLst>
                </a:gridCol>
                <a:gridCol w="819150">
                  <a:extLst>
                    <a:ext uri="{9D8B030D-6E8A-4147-A177-3AD203B41FA5}">
                      <a16:colId xmlns:a16="http://schemas.microsoft.com/office/drawing/2014/main" val="839868647"/>
                    </a:ext>
                  </a:extLst>
                </a:gridCol>
                <a:gridCol w="582612">
                  <a:extLst>
                    <a:ext uri="{9D8B030D-6E8A-4147-A177-3AD203B41FA5}">
                      <a16:colId xmlns:a16="http://schemas.microsoft.com/office/drawing/2014/main" val="2821266479"/>
                    </a:ext>
                  </a:extLst>
                </a:gridCol>
                <a:gridCol w="576263">
                  <a:extLst>
                    <a:ext uri="{9D8B030D-6E8A-4147-A177-3AD203B41FA5}">
                      <a16:colId xmlns:a16="http://schemas.microsoft.com/office/drawing/2014/main" val="832184285"/>
                    </a:ext>
                  </a:extLst>
                </a:gridCol>
                <a:gridCol w="503237">
                  <a:extLst>
                    <a:ext uri="{9D8B030D-6E8A-4147-A177-3AD203B41FA5}">
                      <a16:colId xmlns:a16="http://schemas.microsoft.com/office/drawing/2014/main" val="4104558341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2956891547"/>
                    </a:ext>
                  </a:extLst>
                </a:gridCol>
                <a:gridCol w="503238">
                  <a:extLst>
                    <a:ext uri="{9D8B030D-6E8A-4147-A177-3AD203B41FA5}">
                      <a16:colId xmlns:a16="http://schemas.microsoft.com/office/drawing/2014/main" val="2311634216"/>
                    </a:ext>
                  </a:extLst>
                </a:gridCol>
              </a:tblGrid>
              <a:tr h="584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k-SK" altLang="sk-SK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128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k-SK" altLang="sk-SK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64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k-SK" altLang="sk-SK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32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k-SK" altLang="sk-SK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k-SK" altLang="sk-SK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k-SK" altLang="sk-SK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k-SK" altLang="sk-SK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k-SK" altLang="sk-SK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9394800"/>
                  </a:ext>
                </a:extLst>
              </a:tr>
              <a:tr h="5032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k-SK" altLang="sk-SK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r>
                        <a:rPr kumimoji="0" lang="sk-SK" altLang="sk-SK" sz="28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k-SK" altLang="sk-SK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r>
                        <a:rPr kumimoji="0" lang="sk-SK" altLang="sk-SK" sz="28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k-SK" altLang="sk-SK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r>
                        <a:rPr kumimoji="0" lang="sk-SK" altLang="sk-SK" sz="28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k-SK" altLang="sk-SK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r>
                        <a:rPr kumimoji="0" lang="sk-SK" altLang="sk-SK" sz="28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k-SK" altLang="sk-SK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r>
                        <a:rPr kumimoji="0" lang="sk-SK" altLang="sk-SK" sz="28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k-SK" altLang="sk-SK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r>
                        <a:rPr kumimoji="0" lang="sk-SK" altLang="sk-SK" sz="28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k-SK" altLang="sk-SK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r>
                        <a:rPr kumimoji="0" lang="sk-SK" altLang="sk-SK" sz="28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k-SK" altLang="sk-SK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r>
                        <a:rPr kumimoji="0" lang="sk-SK" altLang="sk-SK" sz="28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9079411"/>
                  </a:ext>
                </a:extLst>
              </a:tr>
            </a:tbl>
          </a:graphicData>
        </a:graphic>
      </p:graphicFrame>
      <p:sp>
        <p:nvSpPr>
          <p:cNvPr id="9" name="Rectangle 60">
            <a:extLst>
              <a:ext uri="{FF2B5EF4-FFF2-40B4-BE49-F238E27FC236}">
                <a16:creationId xmlns:a16="http://schemas.microsoft.com/office/drawing/2014/main" id="{6ADF0D70-0131-431F-93A3-E6BA2D0C73F4}"/>
              </a:ext>
            </a:extLst>
          </p:cNvPr>
          <p:cNvSpPr txBox="1">
            <a:spLocks noChangeArrowheads="1"/>
          </p:cNvSpPr>
          <p:nvPr/>
        </p:nvSpPr>
        <p:spPr>
          <a:xfrm>
            <a:off x="498474" y="2271049"/>
            <a:ext cx="3384551" cy="226148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169863" indent="-169863" algn="l" defTabSz="684213" rtl="0" eaLnBrk="1" fontAlgn="base" hangingPunct="1">
              <a:lnSpc>
                <a:spcPct val="95000"/>
              </a:lnSpc>
              <a:spcBef>
                <a:spcPts val="1075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Arial" charset="0"/>
              <a:buChar char="•"/>
              <a:defRPr lang="en-US" sz="15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1pPr>
            <a:lvl2pPr marL="358775" indent="-215900" algn="l" defTabSz="684213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2pPr>
            <a:lvl3pPr marL="431800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2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3pPr>
            <a:lvl4pPr marL="503238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4pPr>
            <a:lvl5pPr marL="574675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5pPr>
            <a:lvl6pPr marL="863856" indent="-171445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844" indent="-171422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20" indent="0" algn="l" defTabSz="685777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53" indent="-171445" algn="l" defTabSz="6857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69545" indent="-169545">
              <a:lnSpc>
                <a:spcPct val="90000"/>
              </a:lnSpc>
              <a:buNone/>
            </a:pPr>
            <a:r>
              <a:rPr lang="sk-SK" altLang="sk-SK">
                <a:solidFill>
                  <a:schemeClr val="accent1"/>
                </a:solidFill>
                <a:ea typeface="ＭＳ Ｐゴシック"/>
              </a:rPr>
              <a:t>10 na bin (1010)</a:t>
            </a:r>
            <a:endParaRPr lang="en-US">
              <a:solidFill>
                <a:schemeClr val="accent1"/>
              </a:solidFill>
            </a:endParaRPr>
          </a:p>
          <a:p>
            <a:pPr marL="169545" indent="-169545">
              <a:lnSpc>
                <a:spcPct val="90000"/>
              </a:lnSpc>
              <a:buFontTx/>
              <a:buNone/>
            </a:pPr>
            <a:r>
              <a:rPr lang="sk-SK" altLang="sk-SK"/>
              <a:t>10:2=5 </a:t>
            </a:r>
            <a:r>
              <a:rPr lang="sk-SK" altLang="sk-SK" err="1"/>
              <a:t>zv</a:t>
            </a:r>
            <a:r>
              <a:rPr lang="sk-SK" altLang="sk-SK"/>
              <a:t> 0</a:t>
            </a:r>
          </a:p>
          <a:p>
            <a:pPr marL="169545" indent="-169545">
              <a:lnSpc>
                <a:spcPct val="90000"/>
              </a:lnSpc>
              <a:buFontTx/>
              <a:buNone/>
            </a:pPr>
            <a:r>
              <a:rPr lang="sk-SK" altLang="sk-SK"/>
              <a:t>5:2=2 </a:t>
            </a:r>
            <a:r>
              <a:rPr lang="sk-SK" altLang="sk-SK" err="1"/>
              <a:t>zv</a:t>
            </a:r>
            <a:r>
              <a:rPr lang="sk-SK" altLang="sk-SK"/>
              <a:t> 1</a:t>
            </a:r>
          </a:p>
          <a:p>
            <a:pPr marL="169545" indent="-169545">
              <a:lnSpc>
                <a:spcPct val="90000"/>
              </a:lnSpc>
              <a:buFontTx/>
              <a:buNone/>
            </a:pPr>
            <a:r>
              <a:rPr lang="sk-SK" altLang="sk-SK"/>
              <a:t>2:2=1 </a:t>
            </a:r>
            <a:r>
              <a:rPr lang="sk-SK" altLang="sk-SK" err="1"/>
              <a:t>zv</a:t>
            </a:r>
            <a:r>
              <a:rPr lang="sk-SK" altLang="sk-SK"/>
              <a:t> 0</a:t>
            </a:r>
          </a:p>
          <a:p>
            <a:pPr marL="169545" indent="-169545">
              <a:lnSpc>
                <a:spcPct val="90000"/>
              </a:lnSpc>
              <a:buFontTx/>
              <a:buNone/>
            </a:pPr>
            <a:r>
              <a:rPr lang="sk-SK" altLang="sk-SK"/>
              <a:t>1:2=0 </a:t>
            </a:r>
            <a:r>
              <a:rPr lang="sk-SK" altLang="sk-SK" err="1"/>
              <a:t>zv</a:t>
            </a:r>
            <a:r>
              <a:rPr lang="sk-SK" altLang="sk-SK"/>
              <a:t> 1</a:t>
            </a:r>
          </a:p>
          <a:p>
            <a:pPr marL="169545" indent="-169545">
              <a:lnSpc>
                <a:spcPct val="90000"/>
              </a:lnSpc>
              <a:buFontTx/>
              <a:buNone/>
            </a:pPr>
            <a:endParaRPr lang="sk-SK" altLang="sk-SK"/>
          </a:p>
          <a:p>
            <a:pPr marL="169545" indent="-169545">
              <a:lnSpc>
                <a:spcPct val="90000"/>
              </a:lnSpc>
              <a:buNone/>
            </a:pPr>
            <a:r>
              <a:rPr lang="sk-SK" altLang="sk-SK">
                <a:ea typeface="ＭＳ Ｐゴシック"/>
              </a:rPr>
              <a:t>9 Bin 1 0 0 1</a:t>
            </a:r>
          </a:p>
        </p:txBody>
      </p:sp>
      <p:sp>
        <p:nvSpPr>
          <p:cNvPr id="10" name="Rectangle 61">
            <a:extLst>
              <a:ext uri="{FF2B5EF4-FFF2-40B4-BE49-F238E27FC236}">
                <a16:creationId xmlns:a16="http://schemas.microsoft.com/office/drawing/2014/main" id="{B16E5012-728D-43A4-AEAB-F860109AEC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9524" y="2291333"/>
            <a:ext cx="3957637" cy="1528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169863" indent="-169863" defTabSz="684213">
              <a:lnSpc>
                <a:spcPct val="90000"/>
              </a:lnSpc>
              <a:spcBef>
                <a:spcPts val="1075"/>
              </a:spcBef>
              <a:buClr>
                <a:schemeClr val="tx2"/>
              </a:buClr>
              <a:buSzPct val="90000"/>
              <a:buNone/>
            </a:pPr>
            <a:r>
              <a:rPr lang="sk-SK" altLang="sk-SK" sz="1500">
                <a:solidFill>
                  <a:schemeClr val="accent1"/>
                </a:solidFill>
                <a:latin typeface="+mn-lt"/>
                <a:ea typeface="ＭＳ Ｐゴシック" charset="0"/>
              </a:rPr>
              <a:t>1101 na </a:t>
            </a:r>
            <a:r>
              <a:rPr lang="sk-SK" altLang="sk-SK" sz="1500" err="1">
                <a:solidFill>
                  <a:schemeClr val="accent1"/>
                </a:solidFill>
                <a:latin typeface="+mn-lt"/>
                <a:ea typeface="ＭＳ Ｐゴシック" charset="0"/>
              </a:rPr>
              <a:t>dec</a:t>
            </a:r>
            <a:endParaRPr lang="sk-SK" altLang="sk-SK" sz="1500">
              <a:solidFill>
                <a:schemeClr val="accent1"/>
              </a:solidFill>
              <a:latin typeface="+mn-lt"/>
              <a:ea typeface="ＭＳ Ｐゴシック" charset="0"/>
            </a:endParaRPr>
          </a:p>
          <a:p>
            <a:pPr marL="169863" indent="-169863" defTabSz="684213">
              <a:lnSpc>
                <a:spcPct val="90000"/>
              </a:lnSpc>
              <a:spcBef>
                <a:spcPts val="1075"/>
              </a:spcBef>
              <a:buClr>
                <a:schemeClr val="tx2"/>
              </a:buClr>
              <a:buSzPct val="90000"/>
              <a:buNone/>
            </a:pPr>
            <a:r>
              <a:rPr lang="sk-SK" altLang="sk-SK" sz="1500">
                <a:latin typeface="+mn-lt"/>
                <a:ea typeface="ＭＳ Ｐゴシック" charset="0"/>
              </a:rPr>
              <a:t>1*8+1*4+0*2+1*1=13</a:t>
            </a:r>
          </a:p>
        </p:txBody>
      </p:sp>
      <p:sp>
        <p:nvSpPr>
          <p:cNvPr id="19" name="Šípka: nahor 18">
            <a:extLst>
              <a:ext uri="{FF2B5EF4-FFF2-40B4-BE49-F238E27FC236}">
                <a16:creationId xmlns:a16="http://schemas.microsoft.com/office/drawing/2014/main" id="{1FC46D09-F9D4-4650-827E-58957F238B3B}"/>
              </a:ext>
            </a:extLst>
          </p:cNvPr>
          <p:cNvSpPr/>
          <p:nvPr/>
        </p:nvSpPr>
        <p:spPr>
          <a:xfrm>
            <a:off x="1792618" y="2690572"/>
            <a:ext cx="243402" cy="1184115"/>
          </a:xfrm>
          <a:prstGeom prst="upArrow">
            <a:avLst/>
          </a:prstGeom>
          <a:solidFill>
            <a:srgbClr val="36A4D7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406356253"/>
      </p:ext>
    </p:extLst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lokTextu 1">
            <a:extLst>
              <a:ext uri="{FF2B5EF4-FFF2-40B4-BE49-F238E27FC236}">
                <a16:creationId xmlns:a16="http://schemas.microsoft.com/office/drawing/2014/main" id="{9A286B15-4593-457D-B167-80DF4E586B69}"/>
              </a:ext>
            </a:extLst>
          </p:cNvPr>
          <p:cNvSpPr txBox="1"/>
          <p:nvPr/>
        </p:nvSpPr>
        <p:spPr>
          <a:xfrm>
            <a:off x="52627" y="59206"/>
            <a:ext cx="2377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/>
              <a:t>128-64-32-16-8-4-2-1</a:t>
            </a:r>
          </a:p>
        </p:txBody>
      </p:sp>
    </p:spTree>
    <p:extLst>
      <p:ext uri="{BB962C8B-B14F-4D97-AF65-F5344CB8AC3E}">
        <p14:creationId xmlns:p14="http://schemas.microsoft.com/office/powerpoint/2010/main" val="10541213"/>
      </p:ext>
    </p:extLst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899"/>
            <a:ext cx="8345488" cy="731837"/>
          </a:xfrm>
        </p:spPr>
        <p:txBody>
          <a:bodyPr/>
          <a:lstStyle/>
          <a:p>
            <a:r>
              <a:rPr lang="en-US" sz="1600"/>
              <a:t>Binary Number System</a:t>
            </a:r>
            <a:br>
              <a:rPr lang="en-US"/>
            </a:br>
            <a:r>
              <a:rPr lang="en-US" sz="2400"/>
              <a:t>IPv4 Addresses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56F18A1-5638-1542-BEEF-C029A45183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662" y="861238"/>
            <a:ext cx="8280057" cy="1069162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800">
                <a:solidFill>
                  <a:srgbClr val="000000"/>
                </a:solidFill>
              </a:rPr>
              <a:t>Routers and computers only understand binary, while humans work in decimal. It is important for you to gain a thorough understanding of these two numbering systems and how they are used in networking.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20D8357-5E16-E046-963D-9D92DCC36B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368" y="2027902"/>
            <a:ext cx="7803263" cy="1995265"/>
          </a:xfrm>
          <a:prstGeom prst="rect">
            <a:avLst/>
          </a:prstGeom>
        </p:spPr>
      </p:pic>
      <p:sp>
        <p:nvSpPr>
          <p:cNvPr id="6" name="BlokTextu 5">
            <a:extLst>
              <a:ext uri="{FF2B5EF4-FFF2-40B4-BE49-F238E27FC236}">
                <a16:creationId xmlns:a16="http://schemas.microsoft.com/office/drawing/2014/main" id="{0FD2C81E-7698-43E5-BF74-0955EE4CCC6D}"/>
              </a:ext>
            </a:extLst>
          </p:cNvPr>
          <p:cNvSpPr txBox="1"/>
          <p:nvPr/>
        </p:nvSpPr>
        <p:spPr>
          <a:xfrm>
            <a:off x="559165" y="4166430"/>
            <a:ext cx="17922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>
                <a:solidFill>
                  <a:srgbClr val="000099"/>
                </a:solidFill>
              </a:rPr>
              <a:t>SM</a:t>
            </a:r>
            <a:r>
              <a:rPr lang="sk-SK"/>
              <a:t> 11111111</a:t>
            </a:r>
          </a:p>
          <a:p>
            <a:r>
              <a:rPr lang="sk-SK"/>
              <a:t>       255</a:t>
            </a:r>
          </a:p>
        </p:txBody>
      </p:sp>
      <p:sp>
        <p:nvSpPr>
          <p:cNvPr id="8" name="BlokTextu 7">
            <a:extLst>
              <a:ext uri="{FF2B5EF4-FFF2-40B4-BE49-F238E27FC236}">
                <a16:creationId xmlns:a16="http://schemas.microsoft.com/office/drawing/2014/main" id="{19C02602-D51C-4BFE-9C0F-CDE0FF0581D5}"/>
              </a:ext>
            </a:extLst>
          </p:cNvPr>
          <p:cNvSpPr txBox="1"/>
          <p:nvPr/>
        </p:nvSpPr>
        <p:spPr>
          <a:xfrm>
            <a:off x="2862708" y="4136652"/>
            <a:ext cx="10907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/>
              <a:t>11111111</a:t>
            </a:r>
          </a:p>
          <a:p>
            <a:r>
              <a:rPr lang="sk-SK"/>
              <a:t>255</a:t>
            </a:r>
          </a:p>
        </p:txBody>
      </p:sp>
      <p:sp>
        <p:nvSpPr>
          <p:cNvPr id="9" name="BlokTextu 8">
            <a:extLst>
              <a:ext uri="{FF2B5EF4-FFF2-40B4-BE49-F238E27FC236}">
                <a16:creationId xmlns:a16="http://schemas.microsoft.com/office/drawing/2014/main" id="{749EA186-4D51-4929-9BF6-D14046C10B49}"/>
              </a:ext>
            </a:extLst>
          </p:cNvPr>
          <p:cNvSpPr txBox="1"/>
          <p:nvPr/>
        </p:nvSpPr>
        <p:spPr>
          <a:xfrm>
            <a:off x="4815784" y="4104522"/>
            <a:ext cx="10907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/>
              <a:t>11111111</a:t>
            </a:r>
          </a:p>
          <a:p>
            <a:r>
              <a:rPr lang="sk-SK"/>
              <a:t>255</a:t>
            </a:r>
          </a:p>
        </p:txBody>
      </p:sp>
      <p:sp>
        <p:nvSpPr>
          <p:cNvPr id="10" name="BlokTextu 9">
            <a:extLst>
              <a:ext uri="{FF2B5EF4-FFF2-40B4-BE49-F238E27FC236}">
                <a16:creationId xmlns:a16="http://schemas.microsoft.com/office/drawing/2014/main" id="{1D8FF846-9917-4732-AD32-09CDE6816567}"/>
              </a:ext>
            </a:extLst>
          </p:cNvPr>
          <p:cNvSpPr txBox="1"/>
          <p:nvPr/>
        </p:nvSpPr>
        <p:spPr>
          <a:xfrm>
            <a:off x="6888700" y="4104522"/>
            <a:ext cx="12105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/>
              <a:t>00000000</a:t>
            </a:r>
          </a:p>
          <a:p>
            <a:r>
              <a:rPr lang="sk-SK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20482210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88160"/>
            <a:ext cx="7848344" cy="929640"/>
          </a:xfrm>
        </p:spPr>
        <p:txBody>
          <a:bodyPr/>
          <a:lstStyle/>
          <a:p>
            <a:r>
              <a:rPr lang="en-US">
                <a:solidFill>
                  <a:schemeClr val="accent5">
                    <a:lumMod val="40000"/>
                    <a:lumOff val="60000"/>
                  </a:schemeClr>
                </a:solidFill>
              </a:rPr>
              <a:t>5.2 Hexadecimal Number System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19359580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899"/>
            <a:ext cx="8345488" cy="731837"/>
          </a:xfrm>
        </p:spPr>
        <p:txBody>
          <a:bodyPr/>
          <a:lstStyle/>
          <a:p>
            <a:r>
              <a:rPr lang="en-US" sz="1600"/>
              <a:t>Hexadecimal Number System</a:t>
            </a:r>
            <a:br>
              <a:rPr lang="en-US"/>
            </a:br>
            <a:r>
              <a:rPr lang="en-US" sz="2400"/>
              <a:t>Hexadecimal and IPv6 Addresses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5B2D937-4573-8C4B-B077-4E01156C52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663" y="763736"/>
            <a:ext cx="3331794" cy="3657998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000000"/>
                </a:solidFill>
              </a:rPr>
              <a:t>To understand IPv6 addresses, you must be able to convert hexadecimal to decimal and vice versa.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000000"/>
                </a:solidFill>
              </a:rPr>
              <a:t>Hexadecimal is a base sixteen numbering system, using the digits 0 through 9 and letters A to F.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000000"/>
                </a:solidFill>
              </a:rPr>
              <a:t>It is easier to express a value as a single hexadecimal digit than as four binary bit.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000000"/>
                </a:solidFill>
              </a:rPr>
              <a:t>Hexadecimal is used to represent IPv6 addresses and MAC addresses.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1843AE3-D03A-144A-9406-49FB46A73B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0337" y="763736"/>
            <a:ext cx="4699000" cy="313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63154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899"/>
            <a:ext cx="8345488" cy="731837"/>
          </a:xfrm>
        </p:spPr>
        <p:txBody>
          <a:bodyPr/>
          <a:lstStyle/>
          <a:p>
            <a:r>
              <a:rPr lang="en-US" sz="1600"/>
              <a:t>Hexadecimal Number System</a:t>
            </a:r>
            <a:br>
              <a:rPr lang="en-US"/>
            </a:br>
            <a:r>
              <a:rPr lang="en-US" sz="2400"/>
              <a:t>Hexadecimal and IPv6 Addresses (Cont.)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5B2D937-4573-8C4B-B077-4E01156C52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663" y="763736"/>
            <a:ext cx="3331794" cy="3657998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000000"/>
                </a:solidFill>
              </a:rPr>
              <a:t>IPv6 addresses are 128 bits in length. Every 4 bits is represented by a single hexadecimal digit. That makes the IPv6 address a total of 32 hexadecimal values.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000000"/>
                </a:solidFill>
              </a:rPr>
              <a:t>The figure shows the preferred method of writing out an IPv6 address, with each X representing four hexadecimal values.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000000"/>
                </a:solidFill>
              </a:rPr>
              <a:t>Each four hexadecimal character group is referred to as a </a:t>
            </a:r>
            <a:r>
              <a:rPr lang="en-US" sz="1600" err="1">
                <a:solidFill>
                  <a:srgbClr val="000000"/>
                </a:solidFill>
              </a:rPr>
              <a:t>hextet</a:t>
            </a:r>
            <a:r>
              <a:rPr lang="en-US" sz="1600">
                <a:solidFill>
                  <a:srgbClr val="000000"/>
                </a:solidFill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7C18F6-5C91-FD4A-8ADF-670AFB37CB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8422" y="949381"/>
            <a:ext cx="4859344" cy="3244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8237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899"/>
            <a:ext cx="8345488" cy="731837"/>
          </a:xfrm>
        </p:spPr>
        <p:txBody>
          <a:bodyPr/>
          <a:lstStyle/>
          <a:p>
            <a:r>
              <a:rPr lang="en-US" sz="1600"/>
              <a:t>Hexadecimal Number System</a:t>
            </a:r>
            <a:br>
              <a:rPr lang="en-US"/>
            </a:br>
            <a:r>
              <a:rPr lang="en-US" sz="2400"/>
              <a:t>Decimal to Hexadecimal Conversions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6BDE01-7B44-5940-8AE9-3A778D310F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662" y="850605"/>
            <a:ext cx="8280057" cy="3571129"/>
          </a:xfrm>
        </p:spPr>
        <p:txBody>
          <a:bodyPr/>
          <a:lstStyle/>
          <a:p>
            <a:pPr algn="l"/>
            <a:r>
              <a:rPr lang="en-US" sz="1600">
                <a:solidFill>
                  <a:srgbClr val="000000"/>
                </a:solidFill>
              </a:rPr>
              <a:t>Follow the steps listed to convert decimal numbers to hexadecimal values: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000000"/>
                </a:solidFill>
              </a:rPr>
              <a:t>Convert the decimal number to 8-bit binary strings.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000000"/>
                </a:solidFill>
              </a:rPr>
              <a:t>Divide the binary strings in groups of four starting from the rightmost position.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000000"/>
                </a:solidFill>
              </a:rPr>
              <a:t>Convert each four binary numbers into their equivalent hexadecimal digit.</a:t>
            </a:r>
          </a:p>
          <a:p>
            <a:pPr algn="l"/>
            <a:endParaRPr lang="en-US" sz="1600">
              <a:solidFill>
                <a:srgbClr val="000000"/>
              </a:solidFill>
            </a:endParaRPr>
          </a:p>
          <a:p>
            <a:pPr algn="l"/>
            <a:r>
              <a:rPr lang="en-US" sz="1600">
                <a:solidFill>
                  <a:srgbClr val="000000"/>
                </a:solidFill>
              </a:rPr>
              <a:t>For example, 168 converted into hex using the three-step process.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000000"/>
                </a:solidFill>
              </a:rPr>
              <a:t>168 in binary is 10101000.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000000"/>
                </a:solidFill>
              </a:rPr>
              <a:t>10101000 in two groups of four binary digits is 1010 and 1000.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000000"/>
                </a:solidFill>
              </a:rPr>
              <a:t>1010 is hex A and 1000 is hex 8, so 168 is A8 in hexadecimal.</a:t>
            </a:r>
          </a:p>
          <a:p>
            <a:pPr algn="l"/>
            <a:endParaRPr lang="en-US" sz="16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30937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899"/>
            <a:ext cx="8345488" cy="731837"/>
          </a:xfrm>
        </p:spPr>
        <p:txBody>
          <a:bodyPr/>
          <a:lstStyle/>
          <a:p>
            <a:r>
              <a:rPr lang="en-US" sz="1600"/>
              <a:t>Hexadecimal Number System</a:t>
            </a:r>
            <a:br>
              <a:rPr lang="en-US"/>
            </a:br>
            <a:r>
              <a:rPr lang="en-US" sz="2400"/>
              <a:t>Hexadecimal to Decimal Conversions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6BDE01-7B44-5940-8AE9-3A778D310F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662" y="850605"/>
            <a:ext cx="8280057" cy="3571129"/>
          </a:xfrm>
        </p:spPr>
        <p:txBody>
          <a:bodyPr/>
          <a:lstStyle/>
          <a:p>
            <a:pPr algn="l"/>
            <a:r>
              <a:rPr lang="en-US" sz="1600">
                <a:solidFill>
                  <a:srgbClr val="000000"/>
                </a:solidFill>
              </a:rPr>
              <a:t>Follow the steps listed to convert hexadecimal numbers to decimal values: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000000"/>
                </a:solidFill>
              </a:rPr>
              <a:t>Convert the hexadecimal number to 4-bit binary strings.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000000"/>
                </a:solidFill>
              </a:rPr>
              <a:t>Create 8-bit binary grouping starting from the rightmost position.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000000"/>
                </a:solidFill>
              </a:rPr>
              <a:t>Convert each 8-bit binary grouping into their equivalent decimal digit.</a:t>
            </a:r>
          </a:p>
          <a:p>
            <a:pPr algn="l"/>
            <a:endParaRPr lang="en-US" sz="1600">
              <a:solidFill>
                <a:srgbClr val="000000"/>
              </a:solidFill>
            </a:endParaRPr>
          </a:p>
          <a:p>
            <a:pPr algn="l"/>
            <a:r>
              <a:rPr lang="en-US" sz="1600">
                <a:solidFill>
                  <a:srgbClr val="000000"/>
                </a:solidFill>
              </a:rPr>
              <a:t>For example, D2 converted into decimal using the three-step process: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000000"/>
                </a:solidFill>
              </a:rPr>
              <a:t>D2 in 4-bit binary strings is 1110 and 0010.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000000"/>
                </a:solidFill>
              </a:rPr>
              <a:t>1110 and 0010 is 11100010 in an 8-bit grouping.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000000"/>
                </a:solidFill>
              </a:rPr>
              <a:t>11100010 in binary is equivalent to 210 in decimal, so D2 is 210 is decimal</a:t>
            </a:r>
          </a:p>
        </p:txBody>
      </p:sp>
    </p:spTree>
    <p:extLst>
      <p:ext uri="{BB962C8B-B14F-4D97-AF65-F5344CB8AC3E}">
        <p14:creationId xmlns:p14="http://schemas.microsoft.com/office/powerpoint/2010/main" val="28365643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1A395D29-EDB6-4E3F-B3D3-22840229B8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404813"/>
            <a:ext cx="7772400" cy="1143000"/>
          </a:xfrm>
        </p:spPr>
        <p:txBody>
          <a:bodyPr/>
          <a:lstStyle/>
          <a:p>
            <a:r>
              <a:rPr lang="sk-SK" altLang="sk-SK" sz="4000"/>
              <a:t>Hexadecimálne čísla – prevody</a:t>
            </a:r>
            <a:br>
              <a:rPr lang="sk-SK" altLang="sk-SK" sz="4000"/>
            </a:br>
            <a:r>
              <a:rPr lang="sk-SK" altLang="sk-SK" sz="4000"/>
              <a:t>(0123456789ABCDEF)</a:t>
            </a:r>
          </a:p>
        </p:txBody>
      </p:sp>
      <p:sp>
        <p:nvSpPr>
          <p:cNvPr id="5" name="Rectangle 32">
            <a:extLst>
              <a:ext uri="{FF2B5EF4-FFF2-40B4-BE49-F238E27FC236}">
                <a16:creationId xmlns:a16="http://schemas.microsoft.com/office/drawing/2014/main" id="{9928B0D1-ADA5-420A-8399-BE616CFA443C}"/>
              </a:ext>
            </a:extLst>
          </p:cNvPr>
          <p:cNvSpPr txBox="1">
            <a:spLocks noChangeArrowheads="1"/>
          </p:cNvSpPr>
          <p:nvPr/>
        </p:nvSpPr>
        <p:spPr>
          <a:xfrm>
            <a:off x="685800" y="2852738"/>
            <a:ext cx="3309938" cy="3243262"/>
          </a:xfrm>
          <a:prstGeom prst="rect">
            <a:avLst/>
          </a:prstGeom>
        </p:spPr>
        <p:txBody>
          <a:bodyPr/>
          <a:lstStyle>
            <a:lvl1pPr marL="169863" indent="-169863" algn="l" defTabSz="684213" rtl="0" eaLnBrk="1" fontAlgn="base" hangingPunct="1">
              <a:lnSpc>
                <a:spcPct val="95000"/>
              </a:lnSpc>
              <a:spcBef>
                <a:spcPts val="1075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Arial" charset="0"/>
              <a:buChar char="•"/>
              <a:defRPr lang="en-US" sz="15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1pPr>
            <a:lvl2pPr marL="358775" indent="-215900" algn="l" defTabSz="684213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2pPr>
            <a:lvl3pPr marL="431800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2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3pPr>
            <a:lvl4pPr marL="503238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4pPr>
            <a:lvl5pPr marL="574675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5pPr>
            <a:lvl6pPr marL="863856" indent="-171445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844" indent="-171422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20" indent="0" algn="l" defTabSz="685777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53" indent="-171445" algn="l" defTabSz="6857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lang="sk-SK" altLang="sk-SK">
                <a:solidFill>
                  <a:schemeClr val="accent1"/>
                </a:solidFill>
              </a:rPr>
              <a:t>300 na </a:t>
            </a:r>
            <a:r>
              <a:rPr lang="sk-SK" altLang="sk-SK" err="1">
                <a:solidFill>
                  <a:schemeClr val="accent1"/>
                </a:solidFill>
              </a:rPr>
              <a:t>hex</a:t>
            </a:r>
            <a:endParaRPr lang="sk-SK" altLang="sk-SK">
              <a:solidFill>
                <a:schemeClr val="accent1"/>
              </a:solidFill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sk-SK" altLang="sk-SK"/>
              <a:t>300:16=18 </a:t>
            </a:r>
            <a:r>
              <a:rPr lang="sk-SK" altLang="sk-SK" err="1"/>
              <a:t>zv</a:t>
            </a:r>
            <a:r>
              <a:rPr lang="sk-SK" altLang="sk-SK"/>
              <a:t> 12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sk-SK" altLang="sk-SK"/>
              <a:t>18:16=1 </a:t>
            </a:r>
            <a:r>
              <a:rPr lang="sk-SK" altLang="sk-SK" err="1"/>
              <a:t>zv</a:t>
            </a:r>
            <a:r>
              <a:rPr lang="sk-SK" altLang="sk-SK"/>
              <a:t> 2</a:t>
            </a:r>
          </a:p>
          <a:p>
            <a:pPr>
              <a:lnSpc>
                <a:spcPct val="90000"/>
              </a:lnSpc>
              <a:buFontTx/>
              <a:buNone/>
            </a:pPr>
            <a:endParaRPr lang="sk-SK" altLang="sk-SK"/>
          </a:p>
          <a:p>
            <a:pPr>
              <a:lnSpc>
                <a:spcPct val="90000"/>
              </a:lnSpc>
              <a:buFontTx/>
              <a:buNone/>
            </a:pPr>
            <a:endParaRPr lang="sk-SK" altLang="sk-SK"/>
          </a:p>
          <a:p>
            <a:pPr>
              <a:lnSpc>
                <a:spcPct val="90000"/>
              </a:lnSpc>
              <a:buFontTx/>
              <a:buNone/>
            </a:pPr>
            <a:r>
              <a:rPr lang="sk-SK" altLang="sk-SK"/>
              <a:t>300  0x1 2 C</a:t>
            </a:r>
          </a:p>
        </p:txBody>
      </p:sp>
      <p:sp>
        <p:nvSpPr>
          <p:cNvPr id="6" name="Rectangle 33">
            <a:extLst>
              <a:ext uri="{FF2B5EF4-FFF2-40B4-BE49-F238E27FC236}">
                <a16:creationId xmlns:a16="http://schemas.microsoft.com/office/drawing/2014/main" id="{687F75CA-2274-48A4-A568-FC86440443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0563" y="2852738"/>
            <a:ext cx="4244975" cy="3243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Tx/>
              <a:buNone/>
            </a:pPr>
            <a:r>
              <a:rPr lang="sk-SK" altLang="sk-SK">
                <a:solidFill>
                  <a:schemeClr val="accent1"/>
                </a:solidFill>
              </a:rPr>
              <a:t>2F1 na </a:t>
            </a:r>
            <a:r>
              <a:rPr lang="sk-SK" altLang="sk-SK" err="1">
                <a:solidFill>
                  <a:schemeClr val="accent1"/>
                </a:solidFill>
              </a:rPr>
              <a:t>dec</a:t>
            </a:r>
            <a:endParaRPr lang="sk-SK" altLang="sk-SK">
              <a:solidFill>
                <a:schemeClr val="accent1"/>
              </a:solidFill>
            </a:endParaRPr>
          </a:p>
          <a:p>
            <a:pPr>
              <a:buFontTx/>
              <a:buNone/>
            </a:pPr>
            <a:r>
              <a:rPr lang="sk-SK" altLang="sk-SK"/>
              <a:t>2*256+15*16+1*1=753</a:t>
            </a:r>
          </a:p>
        </p:txBody>
      </p:sp>
      <p:sp>
        <p:nvSpPr>
          <p:cNvPr id="7" name="Freeform 34">
            <a:extLst>
              <a:ext uri="{FF2B5EF4-FFF2-40B4-BE49-F238E27FC236}">
                <a16:creationId xmlns:a16="http://schemas.microsoft.com/office/drawing/2014/main" id="{066D2650-AD9E-400F-88A2-C45F9489DCAA}"/>
              </a:ext>
            </a:extLst>
          </p:cNvPr>
          <p:cNvSpPr>
            <a:spLocks/>
          </p:cNvSpPr>
          <p:nvPr/>
        </p:nvSpPr>
        <p:spPr bwMode="auto">
          <a:xfrm>
            <a:off x="1851922" y="3275937"/>
            <a:ext cx="442912" cy="1420109"/>
          </a:xfrm>
          <a:custGeom>
            <a:avLst/>
            <a:gdLst>
              <a:gd name="T0" fmla="*/ 558 w 648"/>
              <a:gd name="T1" fmla="*/ 0 h 1159"/>
              <a:gd name="T2" fmla="*/ 582 w 648"/>
              <a:gd name="T3" fmla="*/ 360 h 1159"/>
              <a:gd name="T4" fmla="*/ 161 w 648"/>
              <a:gd name="T5" fmla="*/ 636 h 1159"/>
              <a:gd name="T6" fmla="*/ 0 w 648"/>
              <a:gd name="T7" fmla="*/ 1159 h 11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48" h="1159">
                <a:moveTo>
                  <a:pt x="558" y="0"/>
                </a:moveTo>
                <a:cubicBezTo>
                  <a:pt x="562" y="60"/>
                  <a:pt x="648" y="254"/>
                  <a:pt x="582" y="360"/>
                </a:cubicBezTo>
                <a:cubicBezTo>
                  <a:pt x="516" y="466"/>
                  <a:pt x="258" y="503"/>
                  <a:pt x="161" y="636"/>
                </a:cubicBezTo>
                <a:cubicBezTo>
                  <a:pt x="64" y="769"/>
                  <a:pt x="34" y="1050"/>
                  <a:pt x="0" y="1159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sk-SK"/>
          </a:p>
        </p:txBody>
      </p:sp>
      <p:sp>
        <p:nvSpPr>
          <p:cNvPr id="8" name="Freeform 35">
            <a:extLst>
              <a:ext uri="{FF2B5EF4-FFF2-40B4-BE49-F238E27FC236}">
                <a16:creationId xmlns:a16="http://schemas.microsoft.com/office/drawing/2014/main" id="{E731011E-0FDB-4E49-A43B-53E9EA67239E}"/>
              </a:ext>
            </a:extLst>
          </p:cNvPr>
          <p:cNvSpPr>
            <a:spLocks/>
          </p:cNvSpPr>
          <p:nvPr/>
        </p:nvSpPr>
        <p:spPr bwMode="auto">
          <a:xfrm>
            <a:off x="1629582" y="3737113"/>
            <a:ext cx="271463" cy="928946"/>
          </a:xfrm>
          <a:custGeom>
            <a:avLst/>
            <a:gdLst>
              <a:gd name="T0" fmla="*/ 168 w 171"/>
              <a:gd name="T1" fmla="*/ 11 h 695"/>
              <a:gd name="T2" fmla="*/ 116 w 171"/>
              <a:gd name="T3" fmla="*/ 59 h 695"/>
              <a:gd name="T4" fmla="*/ 152 w 171"/>
              <a:gd name="T5" fmla="*/ 366 h 695"/>
              <a:gd name="T6" fmla="*/ 0 w 171"/>
              <a:gd name="T7" fmla="*/ 695 h 6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71" h="695">
                <a:moveTo>
                  <a:pt x="168" y="11"/>
                </a:moveTo>
                <a:cubicBezTo>
                  <a:pt x="157" y="19"/>
                  <a:pt x="119" y="0"/>
                  <a:pt x="116" y="59"/>
                </a:cubicBezTo>
                <a:cubicBezTo>
                  <a:pt x="113" y="118"/>
                  <a:pt x="171" y="260"/>
                  <a:pt x="152" y="366"/>
                </a:cubicBezTo>
                <a:cubicBezTo>
                  <a:pt x="133" y="472"/>
                  <a:pt x="32" y="626"/>
                  <a:pt x="0" y="695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sk-SK"/>
          </a:p>
        </p:txBody>
      </p:sp>
      <p:sp>
        <p:nvSpPr>
          <p:cNvPr id="9" name="Line 37">
            <a:extLst>
              <a:ext uri="{FF2B5EF4-FFF2-40B4-BE49-F238E27FC236}">
                <a16:creationId xmlns:a16="http://schemas.microsoft.com/office/drawing/2014/main" id="{2D01D7DD-886E-4A98-98A7-243327295B7B}"/>
              </a:ext>
            </a:extLst>
          </p:cNvPr>
          <p:cNvSpPr>
            <a:spLocks noChangeShapeType="1"/>
          </p:cNvSpPr>
          <p:nvPr/>
        </p:nvSpPr>
        <p:spPr bwMode="auto">
          <a:xfrm>
            <a:off x="1431233" y="3826669"/>
            <a:ext cx="47709" cy="83939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sk-SK"/>
          </a:p>
        </p:txBody>
      </p:sp>
      <p:sp>
        <p:nvSpPr>
          <p:cNvPr id="10" name="Line 38">
            <a:extLst>
              <a:ext uri="{FF2B5EF4-FFF2-40B4-BE49-F238E27FC236}">
                <a16:creationId xmlns:a16="http://schemas.microsoft.com/office/drawing/2014/main" id="{09A8DCE3-6840-4672-BF22-7349BAE76B8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64163" y="2852738"/>
            <a:ext cx="360362" cy="647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sk-SK"/>
          </a:p>
        </p:txBody>
      </p:sp>
      <p:sp>
        <p:nvSpPr>
          <p:cNvPr id="11" name="Line 39">
            <a:extLst>
              <a:ext uri="{FF2B5EF4-FFF2-40B4-BE49-F238E27FC236}">
                <a16:creationId xmlns:a16="http://schemas.microsoft.com/office/drawing/2014/main" id="{C4EF359C-CC48-4349-807A-665F10A4350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659563" y="2852738"/>
            <a:ext cx="1587" cy="6492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sk-SK"/>
          </a:p>
        </p:txBody>
      </p:sp>
      <p:sp>
        <p:nvSpPr>
          <p:cNvPr id="12" name="Line 41">
            <a:extLst>
              <a:ext uri="{FF2B5EF4-FFF2-40B4-BE49-F238E27FC236}">
                <a16:creationId xmlns:a16="http://schemas.microsoft.com/office/drawing/2014/main" id="{75C7A1BE-27B9-4B56-90C3-BDD38DC34D1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380288" y="2924175"/>
            <a:ext cx="142875" cy="5778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sk-SK"/>
          </a:p>
        </p:txBody>
      </p:sp>
      <p:graphicFrame>
        <p:nvGraphicFramePr>
          <p:cNvPr id="13" name="Group 74">
            <a:extLst>
              <a:ext uri="{FF2B5EF4-FFF2-40B4-BE49-F238E27FC236}">
                <a16:creationId xmlns:a16="http://schemas.microsoft.com/office/drawing/2014/main" id="{3F43A1C2-4BF1-45C4-828C-AA4B34CF263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0" y="1628775"/>
          <a:ext cx="3168650" cy="1160463"/>
        </p:xfrm>
        <a:graphic>
          <a:graphicData uri="http://schemas.openxmlformats.org/drawingml/2006/table">
            <a:tbl>
              <a:tblPr/>
              <a:tblGrid>
                <a:gridCol w="942975">
                  <a:extLst>
                    <a:ext uri="{9D8B030D-6E8A-4147-A177-3AD203B41FA5}">
                      <a16:colId xmlns:a16="http://schemas.microsoft.com/office/drawing/2014/main" val="2359404558"/>
                    </a:ext>
                  </a:extLst>
                </a:gridCol>
                <a:gridCol w="792163">
                  <a:extLst>
                    <a:ext uri="{9D8B030D-6E8A-4147-A177-3AD203B41FA5}">
                      <a16:colId xmlns:a16="http://schemas.microsoft.com/office/drawing/2014/main" val="2661184224"/>
                    </a:ext>
                  </a:extLst>
                </a:gridCol>
                <a:gridCol w="755650">
                  <a:extLst>
                    <a:ext uri="{9D8B030D-6E8A-4147-A177-3AD203B41FA5}">
                      <a16:colId xmlns:a16="http://schemas.microsoft.com/office/drawing/2014/main" val="483350575"/>
                    </a:ext>
                  </a:extLst>
                </a:gridCol>
                <a:gridCol w="677862">
                  <a:extLst>
                    <a:ext uri="{9D8B030D-6E8A-4147-A177-3AD203B41FA5}">
                      <a16:colId xmlns:a16="http://schemas.microsoft.com/office/drawing/2014/main" val="191262478"/>
                    </a:ext>
                  </a:extLst>
                </a:gridCol>
              </a:tblGrid>
              <a:tr h="5810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k-SK" altLang="sk-SK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4096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k-SK" altLang="sk-SK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256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k-SK" altLang="sk-SK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k-SK" altLang="sk-SK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7961077"/>
                  </a:ext>
                </a:extLst>
              </a:tr>
              <a:tr h="5794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k-SK" altLang="sk-SK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16</a:t>
                      </a:r>
                      <a:r>
                        <a:rPr kumimoji="0" lang="sk-SK" altLang="sk-SK" sz="28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k-SK" altLang="sk-SK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16</a:t>
                      </a:r>
                      <a:r>
                        <a:rPr kumimoji="0" lang="sk-SK" altLang="sk-SK" sz="28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k-SK" altLang="sk-SK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16</a:t>
                      </a:r>
                      <a:r>
                        <a:rPr kumimoji="0" lang="sk-SK" altLang="sk-SK" sz="28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k-SK" altLang="sk-SK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16</a:t>
                      </a:r>
                      <a:r>
                        <a:rPr kumimoji="0" lang="sk-SK" altLang="sk-SK" sz="28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35451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39201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lokTextu 1">
            <a:extLst>
              <a:ext uri="{FF2B5EF4-FFF2-40B4-BE49-F238E27FC236}">
                <a16:creationId xmlns:a16="http://schemas.microsoft.com/office/drawing/2014/main" id="{FA7DE576-F038-4BD5-B331-C4A20725E56E}"/>
              </a:ext>
            </a:extLst>
          </p:cNvPr>
          <p:cNvSpPr txBox="1"/>
          <p:nvPr/>
        </p:nvSpPr>
        <p:spPr>
          <a:xfrm>
            <a:off x="52627" y="59206"/>
            <a:ext cx="34377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/>
              <a:t>8-4-2-1 </a:t>
            </a:r>
            <a:r>
              <a:rPr lang="sk-SK">
                <a:solidFill>
                  <a:srgbClr val="000099"/>
                </a:solidFill>
              </a:rPr>
              <a:t>A</a:t>
            </a:r>
            <a:r>
              <a:rPr lang="sk-SK"/>
              <a:t>10</a:t>
            </a:r>
            <a:r>
              <a:rPr lang="sk-SK">
                <a:solidFill>
                  <a:srgbClr val="000099"/>
                </a:solidFill>
              </a:rPr>
              <a:t>B</a:t>
            </a:r>
            <a:r>
              <a:rPr lang="sk-SK"/>
              <a:t>11</a:t>
            </a:r>
            <a:r>
              <a:rPr lang="sk-SK">
                <a:solidFill>
                  <a:srgbClr val="000099"/>
                </a:solidFill>
              </a:rPr>
              <a:t>C</a:t>
            </a:r>
            <a:r>
              <a:rPr lang="sk-SK"/>
              <a:t>12</a:t>
            </a:r>
            <a:r>
              <a:rPr lang="sk-SK">
                <a:solidFill>
                  <a:srgbClr val="000099"/>
                </a:solidFill>
              </a:rPr>
              <a:t>D</a:t>
            </a:r>
            <a:r>
              <a:rPr lang="sk-SK"/>
              <a:t>13</a:t>
            </a:r>
            <a:r>
              <a:rPr lang="sk-SK">
                <a:solidFill>
                  <a:srgbClr val="000099"/>
                </a:solidFill>
              </a:rPr>
              <a:t>E</a:t>
            </a:r>
            <a:r>
              <a:rPr lang="sk-SK"/>
              <a:t>14</a:t>
            </a:r>
            <a:r>
              <a:rPr lang="sk-SK">
                <a:solidFill>
                  <a:srgbClr val="000099"/>
                </a:solidFill>
              </a:rPr>
              <a:t>F</a:t>
            </a:r>
            <a:r>
              <a:rPr lang="sk-SK"/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473500908"/>
      </p:ext>
    </p:extLst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4190828277"/>
      </p:ext>
    </p:extLst>
  </p:cSld>
  <p:clrMapOvr>
    <a:masterClrMapping/>
  </p:clrMapOvr>
  <p:transition spd="slow">
    <p:wip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65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Default Theme">
  <a:themeElements>
    <a:clrScheme name="Custom 6">
      <a:dk1>
        <a:srgbClr val="58585B"/>
      </a:dk1>
      <a:lt1>
        <a:srgbClr val="FFFFFF"/>
      </a:lt1>
      <a:dk2>
        <a:srgbClr val="58585B"/>
      </a:dk2>
      <a:lt2>
        <a:srgbClr val="81C569"/>
      </a:lt2>
      <a:accent1>
        <a:srgbClr val="004C69"/>
      </a:accent1>
      <a:accent2>
        <a:srgbClr val="9E0B0F"/>
      </a:accent2>
      <a:accent3>
        <a:srgbClr val="FFFFFF"/>
      </a:accent3>
      <a:accent4>
        <a:srgbClr val="367187"/>
      </a:accent4>
      <a:accent5>
        <a:srgbClr val="38C6F4"/>
      </a:accent5>
      <a:accent6>
        <a:srgbClr val="FBAB18"/>
      </a:accent6>
      <a:hlink>
        <a:srgbClr val="38C6F4"/>
      </a:hlink>
      <a:folHlink>
        <a:srgbClr val="81C569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36A4D7"/>
        </a:solidFill>
        <a:ln>
          <a:noFill/>
        </a:ln>
        <a:effectLst/>
      </a:spPr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ITE7_Chp1_Example-1" id="{4A20ED44-3835-F149-9AE4-C332C230E09E}" vid="{AFB5BC48-58F8-AD45-912F-AE2AD65EB6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Application>Microsoft Office PowerPoint</Application>
  <PresentationFormat>On-screen Show (16:9)</PresentationFormat>
  <Slides>20</Slides>
  <Notes>16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Default Theme</vt:lpstr>
      <vt:lpstr>Module 5: Number Systems</vt:lpstr>
      <vt:lpstr>Module Objectives</vt:lpstr>
      <vt:lpstr>5.1 Binary Number System</vt:lpstr>
      <vt:lpstr>Binary Number System Binary and IPv4 Addresses</vt:lpstr>
      <vt:lpstr>Binary Number System Decimal Positional Notation</vt:lpstr>
      <vt:lpstr>Binary Number System Binary Positional Notation (Cont.)</vt:lpstr>
      <vt:lpstr>Binary Number System Convert Binary to Decimal</vt:lpstr>
      <vt:lpstr>Binary Number System Decimal to Binary Conversion</vt:lpstr>
      <vt:lpstr>Binary Number System Decimal to Binary Conversion Example</vt:lpstr>
      <vt:lpstr>Binárne čísla - prevody</vt:lpstr>
      <vt:lpstr>PowerPoint Presentation</vt:lpstr>
      <vt:lpstr>Binary Number System IPv4 Addresses</vt:lpstr>
      <vt:lpstr>5.2 Hexadecimal Number System</vt:lpstr>
      <vt:lpstr>Hexadecimal Number System Hexadecimal and IPv6 Addresses</vt:lpstr>
      <vt:lpstr>Hexadecimal Number System Hexadecimal and IPv6 Addresses (Cont.)</vt:lpstr>
      <vt:lpstr>Hexadecimal Number System Decimal to Hexadecimal Conversions</vt:lpstr>
      <vt:lpstr>Hexadecimal Number System Hexadecimal to Decimal Conversions</vt:lpstr>
      <vt:lpstr>Hexadecimálne čísla – prevody (0123456789ABCDEF)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2: Basic Switch and End Device Configuration</dc:title>
  <dc:creator>Stephanie Harvey</dc:creator>
  <cp:revision>1</cp:revision>
  <dcterms:created xsi:type="dcterms:W3CDTF">2019-10-18T06:21:22Z</dcterms:created>
  <dcterms:modified xsi:type="dcterms:W3CDTF">2023-03-15T09:09:18Z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sync_ProviderInitializationData">
    <vt:lpwstr>https://cisco.jiveon.com</vt:lpwstr>
  </property>
  <property fmtid="{D5CDD505-2E9C-101B-9397-08002B2CF9AE}" pid="3" name="Offisync_UpdateToken">
    <vt:lpwstr>1</vt:lpwstr>
  </property>
  <property fmtid="{D5CDD505-2E9C-101B-9397-08002B2CF9AE}" pid="4" name="Offisync_ServerID">
    <vt:lpwstr>07841bbc-cd3c-4a76-827f-75a2226890f4</vt:lpwstr>
  </property>
  <property fmtid="{D5CDD505-2E9C-101B-9397-08002B2CF9AE}" pid="5" name="Offisync_UniqueId">
    <vt:lpwstr>1702406</vt:lpwstr>
  </property>
  <property fmtid="{D5CDD505-2E9C-101B-9397-08002B2CF9AE}" pid="6" name="Jive_VersionGuid">
    <vt:lpwstr>fd96a0b3-f68d-4727-8e4f-2128d37ed30a</vt:lpwstr>
  </property>
  <property fmtid="{D5CDD505-2E9C-101B-9397-08002B2CF9AE}" pid="7" name="Jive_LatestUserAccountName">
    <vt:lpwstr>alljohns</vt:lpwstr>
  </property>
  <property fmtid="{D5CDD505-2E9C-101B-9397-08002B2CF9AE}" pid="8" name="ArticulateGUID">
    <vt:lpwstr>F9A496F7-57D7-4028-9572-D40DFDF3715A</vt:lpwstr>
  </property>
  <property fmtid="{D5CDD505-2E9C-101B-9397-08002B2CF9AE}" pid="9" name="ArticulatePath">
    <vt:lpwstr>ITE7_Chp9_by_jg</vt:lpwstr>
  </property>
</Properties>
</file>