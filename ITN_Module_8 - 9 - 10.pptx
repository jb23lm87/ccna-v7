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0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1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12.xml" ContentType="application/vnd.openxmlformats-officedocument.presentationml.tags+xml"/>
  <Override PartName="/ppt/notesSlides/notesSlide32.xml" ContentType="application/vnd.openxmlformats-officedocument.presentationml.notesSlide+xml"/>
  <Override PartName="/ppt/tags/tag13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14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tags/tag15.xml" ContentType="application/vnd.openxmlformats-officedocument.presentationml.tags+xml"/>
  <Override PartName="/ppt/notesSlides/notesSlide44.xml" ContentType="application/vnd.openxmlformats-officedocument.presentationml.notesSlide+xml"/>
  <Override PartName="/ppt/tags/tag16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tags/tag17.xml" ContentType="application/vnd.openxmlformats-officedocument.presentationml.tags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tags/tag18.xml" ContentType="application/vnd.openxmlformats-officedocument.presentationml.tags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tags/tag19.xml" ContentType="application/vnd.openxmlformats-officedocument.presentationml.tags+xml"/>
  <Override PartName="/ppt/notesSlides/notesSlide6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63"/>
  </p:notesMasterIdLst>
  <p:sldIdLst>
    <p:sldId id="876" r:id="rId2"/>
    <p:sldId id="759" r:id="rId3"/>
    <p:sldId id="628" r:id="rId4"/>
    <p:sldId id="926" r:id="rId5"/>
    <p:sldId id="1059" r:id="rId6"/>
    <p:sldId id="1060" r:id="rId7"/>
    <p:sldId id="1061" r:id="rId8"/>
    <p:sldId id="1062" r:id="rId9"/>
    <p:sldId id="1123" r:id="rId10"/>
    <p:sldId id="927" r:id="rId11"/>
    <p:sldId id="788" r:id="rId12"/>
    <p:sldId id="1070" r:id="rId13"/>
    <p:sldId id="1124" r:id="rId14"/>
    <p:sldId id="886" r:id="rId15"/>
    <p:sldId id="936" r:id="rId16"/>
    <p:sldId id="1072" r:id="rId17"/>
    <p:sldId id="1074" r:id="rId18"/>
    <p:sldId id="1075" r:id="rId19"/>
    <p:sldId id="1125" r:id="rId20"/>
    <p:sldId id="942" r:id="rId21"/>
    <p:sldId id="957" r:id="rId22"/>
    <p:sldId id="1126" r:id="rId23"/>
    <p:sldId id="1078" r:id="rId24"/>
    <p:sldId id="1079" r:id="rId25"/>
    <p:sldId id="1081" r:id="rId26"/>
    <p:sldId id="952" r:id="rId27"/>
    <p:sldId id="966" r:id="rId28"/>
    <p:sldId id="1082" r:id="rId29"/>
    <p:sldId id="1083" r:id="rId30"/>
    <p:sldId id="1127" r:id="rId31"/>
    <p:sldId id="1087" r:id="rId32"/>
    <p:sldId id="1131" r:id="rId33"/>
    <p:sldId id="1132" r:id="rId34"/>
    <p:sldId id="1054" r:id="rId35"/>
    <p:sldId id="1090" r:id="rId36"/>
    <p:sldId id="1056" r:id="rId37"/>
    <p:sldId id="1057" r:id="rId38"/>
    <p:sldId id="1091" r:id="rId39"/>
    <p:sldId id="1095" r:id="rId40"/>
    <p:sldId id="1096" r:id="rId41"/>
    <p:sldId id="1097" r:id="rId42"/>
    <p:sldId id="1099" r:id="rId43"/>
    <p:sldId id="1100" r:id="rId44"/>
    <p:sldId id="1134" r:id="rId45"/>
    <p:sldId id="1136" r:id="rId46"/>
    <p:sldId id="1137" r:id="rId47"/>
    <p:sldId id="1138" r:id="rId48"/>
    <p:sldId id="1140" r:id="rId49"/>
    <p:sldId id="1141" r:id="rId50"/>
    <p:sldId id="1142" r:id="rId51"/>
    <p:sldId id="1143" r:id="rId52"/>
    <p:sldId id="1144" r:id="rId53"/>
    <p:sldId id="1146" r:id="rId54"/>
    <p:sldId id="1147" r:id="rId55"/>
    <p:sldId id="1148" r:id="rId56"/>
    <p:sldId id="1149" r:id="rId57"/>
    <p:sldId id="1150" r:id="rId58"/>
    <p:sldId id="1064" r:id="rId59"/>
    <p:sldId id="1151" r:id="rId60"/>
    <p:sldId id="1159" r:id="rId61"/>
    <p:sldId id="1158" r:id="rId62"/>
  </p:sldIdLst>
  <p:sldSz cx="9144000" cy="5143500" type="screen16x9"/>
  <p:notesSz cx="6858000" cy="9144000"/>
  <p:custDataLst>
    <p:tags r:id="rId6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70" autoAdjust="0"/>
    <p:restoredTop sz="96306" autoAdjust="0"/>
  </p:normalViewPr>
  <p:slideViewPr>
    <p:cSldViewPr snapToGrid="0" showGuides="1">
      <p:cViewPr varScale="1">
        <p:scale>
          <a:sx n="217" d="100"/>
          <a:sy n="217" d="100"/>
        </p:scale>
        <p:origin x="184" y="184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35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913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gs" Target="tags/tag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us Baráth" userId="e650c4ab-697e-4750-bd58-c1531aabce95" providerId="ADAL" clId="{B648D246-2DD9-4811-B139-7D6944343371}"/>
    <pc:docChg chg="undo custSel modSld">
      <pc:chgData name="Július Baráth" userId="e650c4ab-697e-4750-bd58-c1531aabce95" providerId="ADAL" clId="{B648D246-2DD9-4811-B139-7D6944343371}" dt="2022-03-21T13:48:52.218" v="88" actId="20577"/>
      <pc:docMkLst>
        <pc:docMk/>
      </pc:docMkLst>
      <pc:sldChg chg="modSp mod">
        <pc:chgData name="Július Baráth" userId="e650c4ab-697e-4750-bd58-c1531aabce95" providerId="ADAL" clId="{B648D246-2DD9-4811-B139-7D6944343371}" dt="2022-03-21T12:57:59.390" v="3" actId="27636"/>
        <pc:sldMkLst>
          <pc:docMk/>
          <pc:sldMk cId="1675267657" sldId="1061"/>
        </pc:sldMkLst>
        <pc:spChg chg="mod">
          <ac:chgData name="Július Baráth" userId="e650c4ab-697e-4750-bd58-c1531aabce95" providerId="ADAL" clId="{B648D246-2DD9-4811-B139-7D6944343371}" dt="2022-03-21T12:57:59.390" v="3" actId="27636"/>
          <ac:spMkLst>
            <pc:docMk/>
            <pc:sldMk cId="1675267657" sldId="1061"/>
            <ac:spMk id="8195" creationId="{00000000-0000-0000-0000-000000000000}"/>
          </ac:spMkLst>
        </pc:spChg>
      </pc:sldChg>
      <pc:sldChg chg="addSp modSp mod">
        <pc:chgData name="Július Baráth" userId="e650c4ab-697e-4750-bd58-c1531aabce95" providerId="ADAL" clId="{B648D246-2DD9-4811-B139-7D6944343371}" dt="2022-03-21T13:38:11.860" v="6" actId="207"/>
        <pc:sldMkLst>
          <pc:docMk/>
          <pc:sldMk cId="4196527898" sldId="1137"/>
        </pc:sldMkLst>
        <pc:picChg chg="add mod">
          <ac:chgData name="Július Baráth" userId="e650c4ab-697e-4750-bd58-c1531aabce95" providerId="ADAL" clId="{B648D246-2DD9-4811-B139-7D6944343371}" dt="2022-03-21T13:38:11.860" v="6" actId="207"/>
          <ac:picMkLst>
            <pc:docMk/>
            <pc:sldMk cId="4196527898" sldId="1137"/>
            <ac:picMk id="12" creationId="{B262F139-71D9-49D3-8BBE-9D3720607772}"/>
          </ac:picMkLst>
        </pc:picChg>
      </pc:sldChg>
      <pc:sldChg chg="addSp modSp">
        <pc:chgData name="Július Baráth" userId="e650c4ab-697e-4750-bd58-c1531aabce95" providerId="ADAL" clId="{B648D246-2DD9-4811-B139-7D6944343371}" dt="2022-03-21T13:38:17.986" v="7"/>
        <pc:sldMkLst>
          <pc:docMk/>
          <pc:sldMk cId="3591500996" sldId="1138"/>
        </pc:sldMkLst>
        <pc:picChg chg="add mod">
          <ac:chgData name="Július Baráth" userId="e650c4ab-697e-4750-bd58-c1531aabce95" providerId="ADAL" clId="{B648D246-2DD9-4811-B139-7D6944343371}" dt="2022-03-21T13:38:17.986" v="7"/>
          <ac:picMkLst>
            <pc:docMk/>
            <pc:sldMk cId="3591500996" sldId="1138"/>
            <ac:picMk id="5" creationId="{3E596434-F5DF-4020-8C54-BAB6304698A4}"/>
          </ac:picMkLst>
        </pc:picChg>
      </pc:sldChg>
      <pc:sldChg chg="modSp mod">
        <pc:chgData name="Július Baráth" userId="e650c4ab-697e-4750-bd58-c1531aabce95" providerId="ADAL" clId="{B648D246-2DD9-4811-B139-7D6944343371}" dt="2022-03-21T13:43:41.235" v="17" actId="20577"/>
        <pc:sldMkLst>
          <pc:docMk/>
          <pc:sldMk cId="454668699" sldId="1142"/>
        </pc:sldMkLst>
        <pc:spChg chg="mod">
          <ac:chgData name="Július Baráth" userId="e650c4ab-697e-4750-bd58-c1531aabce95" providerId="ADAL" clId="{B648D246-2DD9-4811-B139-7D6944343371}" dt="2022-03-21T13:43:41.235" v="17" actId="20577"/>
          <ac:spMkLst>
            <pc:docMk/>
            <pc:sldMk cId="454668699" sldId="1142"/>
            <ac:spMk id="13" creationId="{17B97E3D-C6EF-4A93-B49A-A6755E6AE1C3}"/>
          </ac:spMkLst>
        </pc:spChg>
      </pc:sldChg>
      <pc:sldChg chg="modSp mod">
        <pc:chgData name="Július Baráth" userId="e650c4ab-697e-4750-bd58-c1531aabce95" providerId="ADAL" clId="{B648D246-2DD9-4811-B139-7D6944343371}" dt="2022-03-21T13:44:41.461" v="55" actId="20577"/>
        <pc:sldMkLst>
          <pc:docMk/>
          <pc:sldMk cId="1016915365" sldId="1143"/>
        </pc:sldMkLst>
        <pc:spChg chg="mod">
          <ac:chgData name="Július Baráth" userId="e650c4ab-697e-4750-bd58-c1531aabce95" providerId="ADAL" clId="{B648D246-2DD9-4811-B139-7D6944343371}" dt="2022-03-21T13:44:41.461" v="55" actId="20577"/>
          <ac:spMkLst>
            <pc:docMk/>
            <pc:sldMk cId="1016915365" sldId="1143"/>
            <ac:spMk id="7" creationId="{6D9205F4-B6F7-4CBB-9733-95EEED388FC7}"/>
          </ac:spMkLst>
        </pc:spChg>
      </pc:sldChg>
      <pc:sldChg chg="modSp mod">
        <pc:chgData name="Július Baráth" userId="e650c4ab-697e-4750-bd58-c1531aabce95" providerId="ADAL" clId="{B648D246-2DD9-4811-B139-7D6944343371}" dt="2022-03-21T13:46:44.169" v="75" actId="20577"/>
        <pc:sldMkLst>
          <pc:docMk/>
          <pc:sldMk cId="3265095964" sldId="1149"/>
        </pc:sldMkLst>
        <pc:spChg chg="mod">
          <ac:chgData name="Július Baráth" userId="e650c4ab-697e-4750-bd58-c1531aabce95" providerId="ADAL" clId="{B648D246-2DD9-4811-B139-7D6944343371}" dt="2022-03-21T13:46:44.169" v="75" actId="20577"/>
          <ac:spMkLst>
            <pc:docMk/>
            <pc:sldMk cId="3265095964" sldId="1149"/>
            <ac:spMk id="8" creationId="{A707EA06-7465-4C52-AE81-CBACEDBD6441}"/>
          </ac:spMkLst>
        </pc:spChg>
      </pc:sldChg>
      <pc:sldChg chg="modSp mod">
        <pc:chgData name="Július Baráth" userId="e650c4ab-697e-4750-bd58-c1531aabce95" providerId="ADAL" clId="{B648D246-2DD9-4811-B139-7D6944343371}" dt="2022-03-21T13:48:52.218" v="88" actId="20577"/>
        <pc:sldMkLst>
          <pc:docMk/>
          <pc:sldMk cId="266873384" sldId="1159"/>
        </pc:sldMkLst>
        <pc:spChg chg="mod">
          <ac:chgData name="Július Baráth" userId="e650c4ab-697e-4750-bd58-c1531aabce95" providerId="ADAL" clId="{B648D246-2DD9-4811-B139-7D6944343371}" dt="2022-03-21T13:48:52.218" v="88" actId="20577"/>
          <ac:spMkLst>
            <pc:docMk/>
            <pc:sldMk cId="266873384" sldId="1159"/>
            <ac:spMk id="10" creationId="{31718114-4447-471E-989F-8789EBF19550}"/>
          </ac:spMkLst>
        </pc:spChg>
      </pc:sldChg>
    </pc:docChg>
  </pc:docChgLst>
  <pc:docChgLst>
    <pc:chgData name="Július Baráth" userId="e650c4ab-697e-4750-bd58-c1531aabce95" providerId="ADAL" clId="{BEABA340-33AF-4B58-A068-10F465706A4A}"/>
    <pc:docChg chg="undo custSel addSld delSld modSld">
      <pc:chgData name="Július Baráth" userId="e650c4ab-697e-4750-bd58-c1531aabce95" providerId="ADAL" clId="{BEABA340-33AF-4B58-A068-10F465706A4A}" dt="2021-02-25T08:18:28.624" v="437" actId="6549"/>
      <pc:docMkLst>
        <pc:docMk/>
      </pc:docMkLst>
      <pc:sldChg chg="modSp mod">
        <pc:chgData name="Július Baráth" userId="e650c4ab-697e-4750-bd58-c1531aabce95" providerId="ADAL" clId="{BEABA340-33AF-4B58-A068-10F465706A4A}" dt="2021-02-24T09:50:09.199" v="3" actId="1076"/>
        <pc:sldMkLst>
          <pc:docMk/>
          <pc:sldMk cId="1675267657" sldId="1061"/>
        </pc:sldMkLst>
        <pc:spChg chg="mod">
          <ac:chgData name="Július Baráth" userId="e650c4ab-697e-4750-bd58-c1531aabce95" providerId="ADAL" clId="{BEABA340-33AF-4B58-A068-10F465706A4A}" dt="2021-02-24T09:50:09.199" v="3" actId="1076"/>
          <ac:spMkLst>
            <pc:docMk/>
            <pc:sldMk cId="1675267657" sldId="1061"/>
            <ac:spMk id="8195" creationId="{00000000-0000-0000-0000-000000000000}"/>
          </ac:spMkLst>
        </pc:spChg>
      </pc:sldChg>
      <pc:sldChg chg="del">
        <pc:chgData name="Július Baráth" userId="e650c4ab-697e-4750-bd58-c1531aabce95" providerId="ADAL" clId="{BEABA340-33AF-4B58-A068-10F465706A4A}" dt="2021-02-24T10:40:04.558" v="44" actId="47"/>
        <pc:sldMkLst>
          <pc:docMk/>
          <pc:sldMk cId="4183650570" sldId="1063"/>
        </pc:sldMkLst>
      </pc:sldChg>
      <pc:sldChg chg="modSp mod">
        <pc:chgData name="Július Baráth" userId="e650c4ab-697e-4750-bd58-c1531aabce95" providerId="ADAL" clId="{BEABA340-33AF-4B58-A068-10F465706A4A}" dt="2021-02-25T07:19:44.642" v="279" actId="20577"/>
        <pc:sldMkLst>
          <pc:docMk/>
          <pc:sldMk cId="2660041384" sldId="1075"/>
        </pc:sldMkLst>
        <pc:spChg chg="mod">
          <ac:chgData name="Július Baráth" userId="e650c4ab-697e-4750-bd58-c1531aabce95" providerId="ADAL" clId="{BEABA340-33AF-4B58-A068-10F465706A4A}" dt="2021-02-25T07:19:32.329" v="273" actId="20577"/>
          <ac:spMkLst>
            <pc:docMk/>
            <pc:sldMk cId="2660041384" sldId="1075"/>
            <ac:spMk id="13315" creationId="{00000000-0000-0000-0000-000000000000}"/>
          </ac:spMkLst>
        </pc:spChg>
        <pc:graphicFrameChg chg="modGraphic">
          <ac:chgData name="Július Baráth" userId="e650c4ab-697e-4750-bd58-c1531aabce95" providerId="ADAL" clId="{BEABA340-33AF-4B58-A068-10F465706A4A}" dt="2021-02-25T07:19:44.642" v="279" actId="20577"/>
          <ac:graphicFrameMkLst>
            <pc:docMk/>
            <pc:sldMk cId="2660041384" sldId="1075"/>
            <ac:graphicFrameMk id="5" creationId="{00000000-0000-0000-0000-000000000000}"/>
          </ac:graphicFrameMkLst>
        </pc:graphicFrameChg>
      </pc:sldChg>
      <pc:sldChg chg="addSp modSp mod">
        <pc:chgData name="Július Baráth" userId="e650c4ab-697e-4750-bd58-c1531aabce95" providerId="ADAL" clId="{BEABA340-33AF-4B58-A068-10F465706A4A}" dt="2021-02-25T07:45:33.982" v="350" actId="1076"/>
        <pc:sldMkLst>
          <pc:docMk/>
          <pc:sldMk cId="725251992" sldId="1083"/>
        </pc:sldMkLst>
        <pc:spChg chg="add mod">
          <ac:chgData name="Július Baráth" userId="e650c4ab-697e-4750-bd58-c1531aabce95" providerId="ADAL" clId="{BEABA340-33AF-4B58-A068-10F465706A4A}" dt="2021-02-25T07:45:33.982" v="350" actId="1076"/>
          <ac:spMkLst>
            <pc:docMk/>
            <pc:sldMk cId="725251992" sldId="1083"/>
            <ac:spMk id="2" creationId="{174CF041-BE20-4F5D-AC7F-D862759FED47}"/>
          </ac:spMkLst>
        </pc:spChg>
      </pc:sldChg>
      <pc:sldChg chg="addSp modSp mod">
        <pc:chgData name="Július Baráth" userId="e650c4ab-697e-4750-bd58-c1531aabce95" providerId="ADAL" clId="{BEABA340-33AF-4B58-A068-10F465706A4A}" dt="2021-02-25T07:52:08.651" v="370" actId="1076"/>
        <pc:sldMkLst>
          <pc:docMk/>
          <pc:sldMk cId="2873737095" sldId="1087"/>
        </pc:sldMkLst>
        <pc:spChg chg="add mod">
          <ac:chgData name="Július Baráth" userId="e650c4ab-697e-4750-bd58-c1531aabce95" providerId="ADAL" clId="{BEABA340-33AF-4B58-A068-10F465706A4A}" dt="2021-02-25T07:52:08.651" v="370" actId="1076"/>
          <ac:spMkLst>
            <pc:docMk/>
            <pc:sldMk cId="2873737095" sldId="1087"/>
            <ac:spMk id="2" creationId="{761D8356-3CC8-43B5-A19A-A48A9ECC030A}"/>
          </ac:spMkLst>
        </pc:spChg>
      </pc:sldChg>
      <pc:sldChg chg="addSp delSp modSp mod">
        <pc:chgData name="Július Baráth" userId="e650c4ab-697e-4750-bd58-c1531aabce95" providerId="ADAL" clId="{BEABA340-33AF-4B58-A068-10F465706A4A}" dt="2021-02-24T10:38:52.931" v="43" actId="3626"/>
        <pc:sldMkLst>
          <pc:docMk/>
          <pc:sldMk cId="188084261" sldId="1100"/>
        </pc:sldMkLst>
        <pc:spChg chg="add del">
          <ac:chgData name="Július Baráth" userId="e650c4ab-697e-4750-bd58-c1531aabce95" providerId="ADAL" clId="{BEABA340-33AF-4B58-A068-10F465706A4A}" dt="2021-02-24T10:38:05.102" v="38" actId="478"/>
          <ac:spMkLst>
            <pc:docMk/>
            <pc:sldMk cId="188084261" sldId="1100"/>
            <ac:spMk id="4" creationId="{FC0E3E90-6F75-4873-B315-20DFAD6E0443}"/>
          </ac:spMkLst>
        </pc:spChg>
        <pc:spChg chg="add del mod">
          <ac:chgData name="Július Baráth" userId="e650c4ab-697e-4750-bd58-c1531aabce95" providerId="ADAL" clId="{BEABA340-33AF-4B58-A068-10F465706A4A}" dt="2021-02-24T10:38:07.977" v="39" actId="478"/>
          <ac:spMkLst>
            <pc:docMk/>
            <pc:sldMk cId="188084261" sldId="1100"/>
            <ac:spMk id="5" creationId="{B5661369-DBED-43C4-BB00-4EAC47B4F2B7}"/>
          </ac:spMkLst>
        </pc:spChg>
        <pc:spChg chg="mod">
          <ac:chgData name="Július Baráth" userId="e650c4ab-697e-4750-bd58-c1531aabce95" providerId="ADAL" clId="{BEABA340-33AF-4B58-A068-10F465706A4A}" dt="2021-02-24T10:38:52.931" v="43" actId="3626"/>
          <ac:spMkLst>
            <pc:docMk/>
            <pc:sldMk cId="188084261" sldId="1100"/>
            <ac:spMk id="7" creationId="{828B5E9F-9DE2-44EC-A706-1764B8070531}"/>
          </ac:spMkLst>
        </pc:spChg>
      </pc:sldChg>
      <pc:sldChg chg="addSp modSp mod">
        <pc:chgData name="Július Baráth" userId="e650c4ab-697e-4750-bd58-c1531aabce95" providerId="ADAL" clId="{BEABA340-33AF-4B58-A068-10F465706A4A}" dt="2021-02-25T08:08:22.247" v="424" actId="14100"/>
        <pc:sldMkLst>
          <pc:docMk/>
          <pc:sldMk cId="4196527898" sldId="1137"/>
        </pc:sldMkLst>
        <pc:spChg chg="add mod">
          <ac:chgData name="Július Baráth" userId="e650c4ab-697e-4750-bd58-c1531aabce95" providerId="ADAL" clId="{BEABA340-33AF-4B58-A068-10F465706A4A}" dt="2021-02-25T08:08:22.247" v="424" actId="14100"/>
          <ac:spMkLst>
            <pc:docMk/>
            <pc:sldMk cId="4196527898" sldId="1137"/>
            <ac:spMk id="5" creationId="{B1474C41-3462-453E-AE85-21898DD01208}"/>
          </ac:spMkLst>
        </pc:spChg>
      </pc:sldChg>
      <pc:sldChg chg="modSp mod">
        <pc:chgData name="Július Baráth" userId="e650c4ab-697e-4750-bd58-c1531aabce95" providerId="ADAL" clId="{BEABA340-33AF-4B58-A068-10F465706A4A}" dt="2021-02-25T08:18:28.624" v="437" actId="6549"/>
        <pc:sldMkLst>
          <pc:docMk/>
          <pc:sldMk cId="3591500996" sldId="1138"/>
        </pc:sldMkLst>
        <pc:spChg chg="mod">
          <ac:chgData name="Július Baráth" userId="e650c4ab-697e-4750-bd58-c1531aabce95" providerId="ADAL" clId="{BEABA340-33AF-4B58-A068-10F465706A4A}" dt="2021-02-25T08:18:28.624" v="437" actId="6549"/>
          <ac:spMkLst>
            <pc:docMk/>
            <pc:sldMk cId="3591500996" sldId="1138"/>
            <ac:spMk id="2" creationId="{ECC2C7B6-BFA0-4414-A9FD-310FB45A4012}"/>
          </ac:spMkLst>
        </pc:spChg>
      </pc:sldChg>
      <pc:sldChg chg="addSp modSp mod">
        <pc:chgData name="Július Baráth" userId="e650c4ab-697e-4750-bd58-c1531aabce95" providerId="ADAL" clId="{BEABA340-33AF-4B58-A068-10F465706A4A}" dt="2021-02-24T10:43:02.967" v="139" actId="404"/>
        <pc:sldMkLst>
          <pc:docMk/>
          <pc:sldMk cId="1319162783" sldId="1141"/>
        </pc:sldMkLst>
        <pc:spChg chg="add mod">
          <ac:chgData name="Július Baráth" userId="e650c4ab-697e-4750-bd58-c1531aabce95" providerId="ADAL" clId="{BEABA340-33AF-4B58-A068-10F465706A4A}" dt="2021-02-24T10:43:02.967" v="139" actId="404"/>
          <ac:spMkLst>
            <pc:docMk/>
            <pc:sldMk cId="1319162783" sldId="1141"/>
            <ac:spMk id="8" creationId="{2B95576D-0471-4CB0-A265-D0A692114B20}"/>
          </ac:spMkLst>
        </pc:spChg>
        <pc:picChg chg="mod">
          <ac:chgData name="Július Baráth" userId="e650c4ab-697e-4750-bd58-c1531aabce95" providerId="ADAL" clId="{BEABA340-33AF-4B58-A068-10F465706A4A}" dt="2021-02-24T10:41:59.880" v="46" actId="1076"/>
          <ac:picMkLst>
            <pc:docMk/>
            <pc:sldMk cId="1319162783" sldId="1141"/>
            <ac:picMk id="6" creationId="{93C10989-3D4F-45C9-BEEB-776028CA1969}"/>
          </ac:picMkLst>
        </pc:picChg>
      </pc:sldChg>
      <pc:sldChg chg="delSp modSp add mod">
        <pc:chgData name="Július Baráth" userId="e650c4ab-697e-4750-bd58-c1531aabce95" providerId="ADAL" clId="{BEABA340-33AF-4B58-A068-10F465706A4A}" dt="2021-02-24T10:51:41.213" v="271" actId="20577"/>
        <pc:sldMkLst>
          <pc:docMk/>
          <pc:sldMk cId="266873384" sldId="1159"/>
        </pc:sldMkLst>
        <pc:spChg chg="mod">
          <ac:chgData name="Július Baráth" userId="e650c4ab-697e-4750-bd58-c1531aabce95" providerId="ADAL" clId="{BEABA340-33AF-4B58-A068-10F465706A4A}" dt="2021-02-24T10:44:43.423" v="146" actId="20577"/>
          <ac:spMkLst>
            <pc:docMk/>
            <pc:sldMk cId="266873384" sldId="1159"/>
            <ac:spMk id="3" creationId="{C02AA8F8-1E43-384B-8982-C0BB94049B5C}"/>
          </ac:spMkLst>
        </pc:spChg>
        <pc:spChg chg="mod">
          <ac:chgData name="Július Baráth" userId="e650c4ab-697e-4750-bd58-c1531aabce95" providerId="ADAL" clId="{BEABA340-33AF-4B58-A068-10F465706A4A}" dt="2021-02-24T10:51:41.213" v="271" actId="20577"/>
          <ac:spMkLst>
            <pc:docMk/>
            <pc:sldMk cId="266873384" sldId="1159"/>
            <ac:spMk id="10" creationId="{31718114-4447-471E-989F-8789EBF19550}"/>
          </ac:spMkLst>
        </pc:spChg>
        <pc:picChg chg="del">
          <ac:chgData name="Július Baráth" userId="e650c4ab-697e-4750-bd58-c1531aabce95" providerId="ADAL" clId="{BEABA340-33AF-4B58-A068-10F465706A4A}" dt="2021-02-24T10:44:53.221" v="147" actId="478"/>
          <ac:picMkLst>
            <pc:docMk/>
            <pc:sldMk cId="266873384" sldId="1159"/>
            <ac:picMk id="5" creationId="{3C964C4F-A319-A344-B19E-41CF701C646E}"/>
          </ac:picMkLst>
        </pc:picChg>
      </pc:sldChg>
    </pc:docChg>
  </pc:docChgLst>
  <pc:docChgLst>
    <pc:chgData name="Baráth, Július" userId="aebde9b9-dccc-4475-a9ac-c05e78323d7a" providerId="ADAL" clId="{BCC92F38-701A-BF49-8390-E714EF0C28B8}"/>
    <pc:docChg chg="modSld">
      <pc:chgData name="Baráth, Július" userId="aebde9b9-dccc-4475-a9ac-c05e78323d7a" providerId="ADAL" clId="{BCC92F38-701A-BF49-8390-E714EF0C28B8}" dt="2024-03-05T09:10:06.791" v="6" actId="1076"/>
      <pc:docMkLst>
        <pc:docMk/>
      </pc:docMkLst>
      <pc:sldChg chg="mod modShow">
        <pc:chgData name="Baráth, Július" userId="aebde9b9-dccc-4475-a9ac-c05e78323d7a" providerId="ADAL" clId="{BCC92F38-701A-BF49-8390-E714EF0C28B8}" dt="2024-03-05T09:08:45.637" v="0" actId="729"/>
        <pc:sldMkLst>
          <pc:docMk/>
          <pc:sldMk cId="4196527898" sldId="1137"/>
        </pc:sldMkLst>
      </pc:sldChg>
      <pc:sldChg chg="modSp mod">
        <pc:chgData name="Baráth, Július" userId="aebde9b9-dccc-4475-a9ac-c05e78323d7a" providerId="ADAL" clId="{BCC92F38-701A-BF49-8390-E714EF0C28B8}" dt="2024-03-05T09:10:06.791" v="6" actId="1076"/>
        <pc:sldMkLst>
          <pc:docMk/>
          <pc:sldMk cId="1319162783" sldId="1141"/>
        </pc:sldMkLst>
        <pc:spChg chg="mod">
          <ac:chgData name="Baráth, Július" userId="aebde9b9-dccc-4475-a9ac-c05e78323d7a" providerId="ADAL" clId="{BCC92F38-701A-BF49-8390-E714EF0C28B8}" dt="2024-03-05T09:10:06.791" v="6" actId="1076"/>
          <ac:spMkLst>
            <pc:docMk/>
            <pc:sldMk cId="1319162783" sldId="1141"/>
            <ac:spMk id="13" creationId="{17B97E3D-C6EF-4A93-B49A-A6755E6AE1C3}"/>
          </ac:spMkLst>
        </pc:spChg>
      </pc:sldChg>
    </pc:docChg>
  </pc:docChgLst>
  <pc:docChgLst>
    <pc:chgData name="Baráth, Július" userId="aebde9b9-dccc-4475-a9ac-c05e78323d7a" providerId="ADAL" clId="{53917328-DCD8-D349-91E2-2D36B618FAC8}"/>
    <pc:docChg chg="modSld">
      <pc:chgData name="Baráth, Július" userId="aebde9b9-dccc-4475-a9ac-c05e78323d7a" providerId="ADAL" clId="{53917328-DCD8-D349-91E2-2D36B618FAC8}" dt="2023-04-04T12:40:14.050" v="1" actId="20577"/>
      <pc:docMkLst>
        <pc:docMk/>
      </pc:docMkLst>
      <pc:sldChg chg="modSp mod">
        <pc:chgData name="Baráth, Július" userId="aebde9b9-dccc-4475-a9ac-c05e78323d7a" providerId="ADAL" clId="{53917328-DCD8-D349-91E2-2D36B618FAC8}" dt="2023-04-04T12:40:14.050" v="1" actId="20577"/>
        <pc:sldMkLst>
          <pc:docMk/>
          <pc:sldMk cId="1047103102" sldId="936"/>
        </pc:sldMkLst>
        <pc:spChg chg="mod">
          <ac:chgData name="Baráth, Július" userId="aebde9b9-dccc-4475-a9ac-c05e78323d7a" providerId="ADAL" clId="{53917328-DCD8-D349-91E2-2D36B618FAC8}" dt="2023-04-04T12:40:14.050" v="1" actId="20577"/>
          <ac:spMkLst>
            <pc:docMk/>
            <pc:sldMk cId="1047103102" sldId="936"/>
            <ac:spMk id="13315" creationId="{00000000-0000-0000-0000-000000000000}"/>
          </ac:spMkLst>
        </pc:spChg>
      </pc:sldChg>
    </pc:docChg>
  </pc:docChgLst>
  <pc:docChgLst>
    <pc:chgData name="Július Baráth" userId="e650c4ab-697e-4750-bd58-c1531aabce95" providerId="ADAL" clId="{224B7869-31C5-42D1-9565-B8EEA2930852}"/>
    <pc:docChg chg="modSld">
      <pc:chgData name="Július Baráth" userId="e650c4ab-697e-4750-bd58-c1531aabce95" providerId="ADAL" clId="{224B7869-31C5-42D1-9565-B8EEA2930852}" dt="2020-03-12T07:46:28.338" v="27" actId="1076"/>
      <pc:docMkLst>
        <pc:docMk/>
      </pc:docMkLst>
      <pc:sldChg chg="addSp modSp mod">
        <pc:chgData name="Július Baráth" userId="e650c4ab-697e-4750-bd58-c1531aabce95" providerId="ADAL" clId="{224B7869-31C5-42D1-9565-B8EEA2930852}" dt="2020-03-12T07:46:28.338" v="27" actId="1076"/>
        <pc:sldMkLst>
          <pc:docMk/>
          <pc:sldMk cId="3978408560" sldId="966"/>
        </pc:sldMkLst>
        <pc:spChg chg="add mod">
          <ac:chgData name="Július Baráth" userId="e650c4ab-697e-4750-bd58-c1531aabce95" providerId="ADAL" clId="{224B7869-31C5-42D1-9565-B8EEA2930852}" dt="2020-03-12T07:46:28.338" v="27" actId="1076"/>
          <ac:spMkLst>
            <pc:docMk/>
            <pc:sldMk cId="3978408560" sldId="966"/>
            <ac:spMk id="2" creationId="{C4402A7D-3777-4793-9420-DA9EAD6128F2}"/>
          </ac:spMkLst>
        </pc:spChg>
      </pc:sldChg>
    </pc:docChg>
  </pc:docChgLst>
  <pc:docChgLst>
    <pc:chgData name="Július Baráth" userId="e650c4ab-697e-4750-bd58-c1531aabce95" providerId="ADAL" clId="{CF01033C-F8EE-E44C-BEA6-BB7422BC189C}"/>
    <pc:docChg chg="custSel addSld delSld modSld">
      <pc:chgData name="Július Baráth" userId="e650c4ab-697e-4750-bd58-c1531aabce95" providerId="ADAL" clId="{CF01033C-F8EE-E44C-BEA6-BB7422BC189C}" dt="2020-01-20T11:44:43.923" v="46" actId="2696"/>
      <pc:docMkLst>
        <pc:docMk/>
      </pc:docMkLst>
      <pc:sldChg chg="add del">
        <pc:chgData name="Július Baráth" userId="e650c4ab-697e-4750-bd58-c1531aabce95" providerId="ADAL" clId="{CF01033C-F8EE-E44C-BEA6-BB7422BC189C}" dt="2020-01-20T10:59:53.824" v="33" actId="2696"/>
        <pc:sldMkLst>
          <pc:docMk/>
          <pc:sldMk cId="3446093971" sldId="291"/>
        </pc:sldMkLst>
      </pc:sldChg>
      <pc:sldChg chg="add del">
        <pc:chgData name="Július Baráth" userId="e650c4ab-697e-4750-bd58-c1531aabce95" providerId="ADAL" clId="{CF01033C-F8EE-E44C-BEA6-BB7422BC189C}" dt="2020-01-20T10:58:20.541" v="20" actId="2696"/>
        <pc:sldMkLst>
          <pc:docMk/>
          <pc:sldMk cId="3392382625" sldId="860"/>
        </pc:sldMkLst>
      </pc:sldChg>
      <pc:sldChg chg="add del">
        <pc:chgData name="Július Baráth" userId="e650c4ab-697e-4750-bd58-c1531aabce95" providerId="ADAL" clId="{CF01033C-F8EE-E44C-BEA6-BB7422BC189C}" dt="2020-01-20T10:59:52.966" v="32" actId="2696"/>
        <pc:sldMkLst>
          <pc:docMk/>
          <pc:sldMk cId="1402726684" sldId="874"/>
        </pc:sldMkLst>
      </pc:sldChg>
      <pc:sldChg chg="del">
        <pc:chgData name="Július Baráth" userId="e650c4ab-697e-4750-bd58-c1531aabce95" providerId="ADAL" clId="{CF01033C-F8EE-E44C-BEA6-BB7422BC189C}" dt="2020-01-20T10:55:57.623" v="10" actId="2696"/>
        <pc:sldMkLst>
          <pc:docMk/>
          <pc:sldMk cId="3381894665" sldId="925"/>
        </pc:sldMkLst>
      </pc:sldChg>
      <pc:sldChg chg="add del">
        <pc:chgData name="Július Baráth" userId="e650c4ab-697e-4750-bd58-c1531aabce95" providerId="ADAL" clId="{CF01033C-F8EE-E44C-BEA6-BB7422BC189C}" dt="2020-01-20T10:59:52.272" v="31" actId="2696"/>
        <pc:sldMkLst>
          <pc:docMk/>
          <pc:sldMk cId="4067909985" sldId="958"/>
        </pc:sldMkLst>
      </pc:sldChg>
      <pc:sldChg chg="del">
        <pc:chgData name="Július Baráth" userId="e650c4ab-697e-4750-bd58-c1531aabce95" providerId="ADAL" clId="{CF01033C-F8EE-E44C-BEA6-BB7422BC189C}" dt="2020-01-20T10:58:11.869" v="15" actId="2696"/>
        <pc:sldMkLst>
          <pc:docMk/>
          <pc:sldMk cId="4122653524" sldId="980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811161613" sldId="1054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2424518459" sldId="1056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3267740127" sldId="1057"/>
        </pc:sldMkLst>
      </pc:sldChg>
      <pc:sldChg chg="add del">
        <pc:chgData name="Július Baráth" userId="e650c4ab-697e-4750-bd58-c1531aabce95" providerId="ADAL" clId="{CF01033C-F8EE-E44C-BEA6-BB7422BC189C}" dt="2020-01-20T11:35:17.253" v="36" actId="2696"/>
        <pc:sldMkLst>
          <pc:docMk/>
          <pc:sldMk cId="2778778206" sldId="1058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4183650570" sldId="1063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360100722" sldId="1064"/>
        </pc:sldMkLst>
      </pc:sldChg>
      <pc:sldChg chg="modSp">
        <pc:chgData name="Július Baráth" userId="e650c4ab-697e-4750-bd58-c1531aabce95" providerId="ADAL" clId="{CF01033C-F8EE-E44C-BEA6-BB7422BC189C}" dt="2020-01-20T10:56:37.044" v="11" actId="6549"/>
        <pc:sldMkLst>
          <pc:docMk/>
          <pc:sldMk cId="703112685" sldId="1070"/>
        </pc:sldMkLst>
        <pc:spChg chg="mod">
          <ac:chgData name="Július Baráth" userId="e650c4ab-697e-4750-bd58-c1531aabce95" providerId="ADAL" clId="{CF01033C-F8EE-E44C-BEA6-BB7422BC189C}" dt="2020-01-20T10:56:37.044" v="11" actId="6549"/>
          <ac:spMkLst>
            <pc:docMk/>
            <pc:sldMk cId="703112685" sldId="1070"/>
            <ac:spMk id="8195" creationId="{00000000-0000-0000-0000-000000000000}"/>
          </ac:spMkLst>
        </pc:spChg>
      </pc:sldChg>
      <pc:sldChg chg="del">
        <pc:chgData name="Július Baráth" userId="e650c4ab-697e-4750-bd58-c1531aabce95" providerId="ADAL" clId="{CF01033C-F8EE-E44C-BEA6-BB7422BC189C}" dt="2020-01-20T10:56:45.953" v="12" actId="2696"/>
        <pc:sldMkLst>
          <pc:docMk/>
          <pc:sldMk cId="2574144685" sldId="1071"/>
        </pc:sldMkLst>
      </pc:sldChg>
      <pc:sldChg chg="del">
        <pc:chgData name="Július Baráth" userId="e650c4ab-697e-4750-bd58-c1531aabce95" providerId="ADAL" clId="{CF01033C-F8EE-E44C-BEA6-BB7422BC189C}" dt="2020-01-20T10:57:19.321" v="13" actId="2696"/>
        <pc:sldMkLst>
          <pc:docMk/>
          <pc:sldMk cId="1532752531" sldId="1076"/>
        </pc:sldMkLst>
      </pc:sldChg>
      <pc:sldChg chg="del">
        <pc:chgData name="Július Baráth" userId="e650c4ab-697e-4750-bd58-c1531aabce95" providerId="ADAL" clId="{CF01033C-F8EE-E44C-BEA6-BB7422BC189C}" dt="2020-01-20T10:58:03.951" v="14" actId="2696"/>
        <pc:sldMkLst>
          <pc:docMk/>
          <pc:sldMk cId="3462195043" sldId="1086"/>
        </pc:sldMkLst>
      </pc:sldChg>
      <pc:sldChg chg="add del">
        <pc:chgData name="Július Baráth" userId="e650c4ab-697e-4750-bd58-c1531aabce95" providerId="ADAL" clId="{CF01033C-F8EE-E44C-BEA6-BB7422BC189C}" dt="2020-01-20T10:55:49.878" v="8" actId="2696"/>
        <pc:sldMkLst>
          <pc:docMk/>
          <pc:sldMk cId="3823547624" sldId="1089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1732767957" sldId="1090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2835935982" sldId="1091"/>
        </pc:sldMkLst>
      </pc:sldChg>
      <pc:sldChg chg="add del">
        <pc:chgData name="Július Baráth" userId="e650c4ab-697e-4750-bd58-c1531aabce95" providerId="ADAL" clId="{CF01033C-F8EE-E44C-BEA6-BB7422BC189C}" dt="2020-01-20T10:58:38.224" v="22" actId="2696"/>
        <pc:sldMkLst>
          <pc:docMk/>
          <pc:sldMk cId="2475950745" sldId="1092"/>
        </pc:sldMkLst>
      </pc:sldChg>
      <pc:sldChg chg="add del">
        <pc:chgData name="Július Baráth" userId="e650c4ab-697e-4750-bd58-c1531aabce95" providerId="ADAL" clId="{CF01033C-F8EE-E44C-BEA6-BB7422BC189C}" dt="2020-01-20T10:58:39.024" v="23" actId="2696"/>
        <pc:sldMkLst>
          <pc:docMk/>
          <pc:sldMk cId="281671647" sldId="1093"/>
        </pc:sldMkLst>
      </pc:sldChg>
      <pc:sldChg chg="add del">
        <pc:chgData name="Július Baráth" userId="e650c4ab-697e-4750-bd58-c1531aabce95" providerId="ADAL" clId="{CF01033C-F8EE-E44C-BEA6-BB7422BC189C}" dt="2020-01-20T10:58:39.744" v="24" actId="2696"/>
        <pc:sldMkLst>
          <pc:docMk/>
          <pc:sldMk cId="2033311128" sldId="1094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2162292588" sldId="1095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3534781657" sldId="1096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1357794419" sldId="1097"/>
        </pc:sldMkLst>
      </pc:sldChg>
      <pc:sldChg chg="add del">
        <pc:chgData name="Július Baráth" userId="e650c4ab-697e-4750-bd58-c1531aabce95" providerId="ADAL" clId="{CF01033C-F8EE-E44C-BEA6-BB7422BC189C}" dt="2020-01-20T10:58:56.461" v="26" actId="2696"/>
        <pc:sldMkLst>
          <pc:docMk/>
          <pc:sldMk cId="1431602485" sldId="1098"/>
        </pc:sldMkLst>
      </pc:sldChg>
      <pc:sldChg chg="modSp add">
        <pc:chgData name="Július Baráth" userId="e650c4ab-697e-4750-bd58-c1531aabce95" providerId="ADAL" clId="{CF01033C-F8EE-E44C-BEA6-BB7422BC189C}" dt="2020-01-20T10:59:41.486" v="28" actId="113"/>
        <pc:sldMkLst>
          <pc:docMk/>
          <pc:sldMk cId="2985609526" sldId="1099"/>
        </pc:sldMkLst>
        <pc:spChg chg="mod">
          <ac:chgData name="Július Baráth" userId="e650c4ab-697e-4750-bd58-c1531aabce95" providerId="ADAL" clId="{CF01033C-F8EE-E44C-BEA6-BB7422BC189C}" dt="2020-01-20T10:59:41.486" v="28" actId="113"/>
          <ac:spMkLst>
            <pc:docMk/>
            <pc:sldMk cId="2985609526" sldId="1099"/>
            <ac:spMk id="7" creationId="{828B5E9F-9DE2-44EC-A706-1764B8070531}"/>
          </ac:spMkLst>
        </pc:spChg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188084261" sldId="1100"/>
        </pc:sldMkLst>
      </pc:sldChg>
      <pc:sldChg chg="add del">
        <pc:chgData name="Július Baráth" userId="e650c4ab-697e-4750-bd58-c1531aabce95" providerId="ADAL" clId="{CF01033C-F8EE-E44C-BEA6-BB7422BC189C}" dt="2020-01-20T10:58:28.100" v="21" actId="2696"/>
        <pc:sldMkLst>
          <pc:docMk/>
          <pc:sldMk cId="1162947173" sldId="1101"/>
        </pc:sldMkLst>
      </pc:sldChg>
      <pc:sldChg chg="add del">
        <pc:chgData name="Július Baráth" userId="e650c4ab-697e-4750-bd58-c1531aabce95" providerId="ADAL" clId="{CF01033C-F8EE-E44C-BEA6-BB7422BC189C}" dt="2020-01-20T10:58:53.896" v="25" actId="2696"/>
        <pc:sldMkLst>
          <pc:docMk/>
          <pc:sldMk cId="501939547" sldId="1102"/>
        </pc:sldMkLst>
      </pc:sldChg>
      <pc:sldChg chg="add del">
        <pc:chgData name="Július Baráth" userId="e650c4ab-697e-4750-bd58-c1531aabce95" providerId="ADAL" clId="{CF01033C-F8EE-E44C-BEA6-BB7422BC189C}" dt="2020-01-20T10:59:49.718" v="29" actId="2696"/>
        <pc:sldMkLst>
          <pc:docMk/>
          <pc:sldMk cId="2006246328" sldId="1103"/>
        </pc:sldMkLst>
      </pc:sldChg>
      <pc:sldChg chg="add del">
        <pc:chgData name="Július Baráth" userId="e650c4ab-697e-4750-bd58-c1531aabce95" providerId="ADAL" clId="{CF01033C-F8EE-E44C-BEA6-BB7422BC189C}" dt="2020-01-20T11:44:42.855" v="45" actId="2696"/>
        <pc:sldMkLst>
          <pc:docMk/>
          <pc:sldMk cId="461082698" sldId="1104"/>
        </pc:sldMkLst>
      </pc:sldChg>
      <pc:sldChg chg="add del">
        <pc:chgData name="Július Baráth" userId="e650c4ab-697e-4750-bd58-c1531aabce95" providerId="ADAL" clId="{CF01033C-F8EE-E44C-BEA6-BB7422BC189C}" dt="2020-01-20T11:44:43.923" v="46" actId="2696"/>
        <pc:sldMkLst>
          <pc:docMk/>
          <pc:sldMk cId="1550951380" sldId="1105"/>
        </pc:sldMkLst>
      </pc:sldChg>
      <pc:sldChg chg="add del">
        <pc:chgData name="Július Baráth" userId="e650c4ab-697e-4750-bd58-c1531aabce95" providerId="ADAL" clId="{CF01033C-F8EE-E44C-BEA6-BB7422BC189C}" dt="2020-01-20T10:55:49.862" v="5" actId="2696"/>
        <pc:sldMkLst>
          <pc:docMk/>
          <pc:sldMk cId="2692819293" sldId="1106"/>
        </pc:sldMkLst>
      </pc:sldChg>
      <pc:sldChg chg="del">
        <pc:chgData name="Július Baráth" userId="e650c4ab-697e-4750-bd58-c1531aabce95" providerId="ADAL" clId="{CF01033C-F8EE-E44C-BEA6-BB7422BC189C}" dt="2020-01-20T10:58:13.026" v="16" actId="2696"/>
        <pc:sldMkLst>
          <pc:docMk/>
          <pc:sldMk cId="1069723964" sldId="1107"/>
        </pc:sldMkLst>
      </pc:sldChg>
      <pc:sldChg chg="del">
        <pc:chgData name="Július Baráth" userId="e650c4ab-697e-4750-bd58-c1531aabce95" providerId="ADAL" clId="{CF01033C-F8EE-E44C-BEA6-BB7422BC189C}" dt="2020-01-20T10:58:15.388" v="19" actId="2696"/>
        <pc:sldMkLst>
          <pc:docMk/>
          <pc:sldMk cId="3451918512" sldId="1121"/>
        </pc:sldMkLst>
      </pc:sldChg>
      <pc:sldChg chg="del">
        <pc:chgData name="Július Baráth" userId="e650c4ab-697e-4750-bd58-c1531aabce95" providerId="ADAL" clId="{CF01033C-F8EE-E44C-BEA6-BB7422BC189C}" dt="2020-01-20T10:58:13.802" v="17" actId="2696"/>
        <pc:sldMkLst>
          <pc:docMk/>
          <pc:sldMk cId="494180527" sldId="1129"/>
        </pc:sldMkLst>
      </pc:sldChg>
      <pc:sldChg chg="del">
        <pc:chgData name="Július Baráth" userId="e650c4ab-697e-4750-bd58-c1531aabce95" providerId="ADAL" clId="{CF01033C-F8EE-E44C-BEA6-BB7422BC189C}" dt="2020-01-20T10:58:14.452" v="18" actId="2696"/>
        <pc:sldMkLst>
          <pc:docMk/>
          <pc:sldMk cId="1301599263" sldId="1130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3846024951" sldId="1131"/>
        </pc:sldMkLst>
      </pc:sldChg>
      <pc:sldChg chg="add">
        <pc:chgData name="Július Baráth" userId="e650c4ab-697e-4750-bd58-c1531aabce95" providerId="ADAL" clId="{CF01033C-F8EE-E44C-BEA6-BB7422BC189C}" dt="2020-01-20T10:55:23.396" v="0"/>
        <pc:sldMkLst>
          <pc:docMk/>
          <pc:sldMk cId="3272441027" sldId="1132"/>
        </pc:sldMkLst>
      </pc:sldChg>
      <pc:sldChg chg="add del">
        <pc:chgData name="Július Baráth" userId="e650c4ab-697e-4750-bd58-c1531aabce95" providerId="ADAL" clId="{CF01033C-F8EE-E44C-BEA6-BB7422BC189C}" dt="2020-01-20T10:59:51.371" v="30" actId="2696"/>
        <pc:sldMkLst>
          <pc:docMk/>
          <pc:sldMk cId="1412355897" sldId="1133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2649392010" sldId="1134"/>
        </pc:sldMkLst>
      </pc:sldChg>
      <pc:sldChg chg="add del">
        <pc:chgData name="Július Baráth" userId="e650c4ab-697e-4750-bd58-c1531aabce95" providerId="ADAL" clId="{CF01033C-F8EE-E44C-BEA6-BB7422BC189C}" dt="2020-01-20T10:59:56.265" v="34" actId="2696"/>
        <pc:sldMkLst>
          <pc:docMk/>
          <pc:sldMk cId="3405905615" sldId="1135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2528474169" sldId="1136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4196527898" sldId="1137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3591500996" sldId="1138"/>
        </pc:sldMkLst>
      </pc:sldChg>
      <pc:sldChg chg="add del">
        <pc:chgData name="Július Baráth" userId="e650c4ab-697e-4750-bd58-c1531aabce95" providerId="ADAL" clId="{CF01033C-F8EE-E44C-BEA6-BB7422BC189C}" dt="2020-01-20T11:35:01.976" v="35" actId="2696"/>
        <pc:sldMkLst>
          <pc:docMk/>
          <pc:sldMk cId="3088287619" sldId="1139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1086360551" sldId="1140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1319162783" sldId="1141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454668699" sldId="1142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1016915365" sldId="1143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3647665643" sldId="1144"/>
        </pc:sldMkLst>
      </pc:sldChg>
      <pc:sldChg chg="add del">
        <pc:chgData name="Július Baráth" userId="e650c4ab-697e-4750-bd58-c1531aabce95" providerId="ADAL" clId="{CF01033C-F8EE-E44C-BEA6-BB7422BC189C}" dt="2020-01-20T11:35:56.268" v="37" actId="2696"/>
        <pc:sldMkLst>
          <pc:docMk/>
          <pc:sldMk cId="2228455468" sldId="1145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2496345362" sldId="1146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473107197" sldId="1147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1195011044" sldId="1148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3265095964" sldId="1149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1780572628" sldId="1150"/>
        </pc:sldMkLst>
      </pc:sldChg>
      <pc:sldChg chg="addSp delSp modSp add">
        <pc:chgData name="Július Baráth" userId="e650c4ab-697e-4750-bd58-c1531aabce95" providerId="ADAL" clId="{CF01033C-F8EE-E44C-BEA6-BB7422BC189C}" dt="2020-01-20T11:43:03.631" v="44" actId="1076"/>
        <pc:sldMkLst>
          <pc:docMk/>
          <pc:sldMk cId="3779593890" sldId="1151"/>
        </pc:sldMkLst>
        <pc:spChg chg="del">
          <ac:chgData name="Július Baráth" userId="e650c4ab-697e-4750-bd58-c1531aabce95" providerId="ADAL" clId="{CF01033C-F8EE-E44C-BEA6-BB7422BC189C}" dt="2020-01-20T11:41:47.976" v="38" actId="478"/>
          <ac:spMkLst>
            <pc:docMk/>
            <pc:sldMk cId="3779593890" sldId="1151"/>
            <ac:spMk id="2" creationId="{CA1D5D00-3D9F-3E4A-B62C-66D13E5CE20B}"/>
          </ac:spMkLst>
        </pc:spChg>
        <pc:spChg chg="del">
          <ac:chgData name="Július Baráth" userId="e650c4ab-697e-4750-bd58-c1531aabce95" providerId="ADAL" clId="{CF01033C-F8EE-E44C-BEA6-BB7422BC189C}" dt="2020-01-20T11:41:49.601" v="39" actId="478"/>
          <ac:spMkLst>
            <pc:docMk/>
            <pc:sldMk cId="3779593890" sldId="1151"/>
            <ac:spMk id="4" creationId="{F983A9E2-6668-F24E-8A3A-4D0990AAC601}"/>
          </ac:spMkLst>
        </pc:spChg>
        <pc:picChg chg="add mod">
          <ac:chgData name="Július Baráth" userId="e650c4ab-697e-4750-bd58-c1531aabce95" providerId="ADAL" clId="{CF01033C-F8EE-E44C-BEA6-BB7422BC189C}" dt="2020-01-20T11:43:03.631" v="44" actId="1076"/>
          <ac:picMkLst>
            <pc:docMk/>
            <pc:sldMk cId="3779593890" sldId="1151"/>
            <ac:picMk id="5" creationId="{3C964C4F-A319-A344-B19E-41CF701C646E}"/>
          </ac:picMkLst>
        </pc:picChg>
      </pc:sldChg>
      <pc:sldChg chg="add del">
        <pc:chgData name="Július Baráth" userId="e650c4ab-697e-4750-bd58-c1531aabce95" providerId="ADAL" clId="{CF01033C-F8EE-E44C-BEA6-BB7422BC189C}" dt="2020-01-20T10:55:49.844" v="2" actId="2696"/>
        <pc:sldMkLst>
          <pc:docMk/>
          <pc:sldMk cId="1985068675" sldId="1152"/>
        </pc:sldMkLst>
      </pc:sldChg>
      <pc:sldChg chg="add del">
        <pc:chgData name="Július Baráth" userId="e650c4ab-697e-4750-bd58-c1531aabce95" providerId="ADAL" clId="{CF01033C-F8EE-E44C-BEA6-BB7422BC189C}" dt="2020-01-20T10:55:49.850" v="3" actId="2696"/>
        <pc:sldMkLst>
          <pc:docMk/>
          <pc:sldMk cId="2850101992" sldId="1153"/>
        </pc:sldMkLst>
      </pc:sldChg>
      <pc:sldChg chg="add del">
        <pc:chgData name="Július Baráth" userId="e650c4ab-697e-4750-bd58-c1531aabce95" providerId="ADAL" clId="{CF01033C-F8EE-E44C-BEA6-BB7422BC189C}" dt="2020-01-20T10:55:49.856" v="4" actId="2696"/>
        <pc:sldMkLst>
          <pc:docMk/>
          <pc:sldMk cId="2439234675" sldId="1154"/>
        </pc:sldMkLst>
      </pc:sldChg>
      <pc:sldChg chg="add del">
        <pc:chgData name="Július Baráth" userId="e650c4ab-697e-4750-bd58-c1531aabce95" providerId="ADAL" clId="{CF01033C-F8EE-E44C-BEA6-BB7422BC189C}" dt="2020-01-20T10:55:49.867" v="6" actId="2696"/>
        <pc:sldMkLst>
          <pc:docMk/>
          <pc:sldMk cId="3547280114" sldId="1155"/>
        </pc:sldMkLst>
      </pc:sldChg>
      <pc:sldChg chg="add del">
        <pc:chgData name="Július Baráth" userId="e650c4ab-697e-4750-bd58-c1531aabce95" providerId="ADAL" clId="{CF01033C-F8EE-E44C-BEA6-BB7422BC189C}" dt="2020-01-20T10:55:49.873" v="7" actId="2696"/>
        <pc:sldMkLst>
          <pc:docMk/>
          <pc:sldMk cId="1076269765" sldId="1156"/>
        </pc:sldMkLst>
      </pc:sldChg>
      <pc:sldChg chg="add del">
        <pc:chgData name="Július Baráth" userId="e650c4ab-697e-4750-bd58-c1531aabce95" providerId="ADAL" clId="{CF01033C-F8EE-E44C-BEA6-BB7422BC189C}" dt="2020-01-20T10:55:49.883" v="9" actId="2696"/>
        <pc:sldMkLst>
          <pc:docMk/>
          <pc:sldMk cId="770602719" sldId="1157"/>
        </pc:sldMkLst>
      </pc:sldChg>
      <pc:sldChg chg="add">
        <pc:chgData name="Július Baráth" userId="e650c4ab-697e-4750-bd58-c1531aabce95" providerId="ADAL" clId="{CF01033C-F8EE-E44C-BEA6-BB7422BC189C}" dt="2020-01-20T10:55:43.057" v="1"/>
        <pc:sldMkLst>
          <pc:docMk/>
          <pc:sldMk cId="1826644144" sldId="11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3/5/24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3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8.1.1 –  </a:t>
            </a:r>
            <a:r>
              <a:rPr lang="en-US" altLang="en-US" dirty="0"/>
              <a:t>The Network Layer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IP Encapsulation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Characteristics of 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8.1.4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Connectionless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8.1.5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Best Effort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8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11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8.2.1 – </a:t>
            </a:r>
            <a:r>
              <a:rPr lang="en-US" altLang="en-US" dirty="0"/>
              <a:t>IPv4 Packet Header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12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Limitations of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IPv6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IPv4 Packet Header Fields in the 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8.4.2</a:t>
            </a:r>
            <a:r>
              <a:rPr lang="en-US" baseline="0" dirty="0"/>
              <a:t> – </a:t>
            </a:r>
            <a:r>
              <a:rPr lang="en-US" altLang="en-US" dirty="0"/>
              <a:t>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8.4.3</a:t>
            </a:r>
            <a:r>
              <a:rPr lang="en-US" baseline="0" dirty="0"/>
              <a:t> – </a:t>
            </a:r>
            <a:r>
              <a:rPr lang="en-US" altLang="en-US" dirty="0"/>
              <a:t>A Host Routes to the 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8.4.4</a:t>
            </a:r>
            <a:r>
              <a:rPr lang="en-US" baseline="0" dirty="0"/>
              <a:t> – </a:t>
            </a:r>
            <a:r>
              <a:rPr lang="en-US" altLang="en-US" dirty="0"/>
              <a:t>Host Routing Tables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8.4.5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8.5.1 – </a:t>
            </a:r>
            <a:r>
              <a:rPr lang="en-US" altLang="en-US" dirty="0"/>
              <a:t>Router Packet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8.5.2 – </a:t>
            </a:r>
            <a:r>
              <a:rPr lang="en-US" altLang="en-US" dirty="0"/>
              <a:t>IP Router Routing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8.5.3 – </a:t>
            </a:r>
            <a:r>
              <a:rPr lang="en-US" altLang="en-US" sz="1200" dirty="0"/>
              <a:t>Static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8.5.4 – </a:t>
            </a:r>
            <a:r>
              <a:rPr lang="en-US" altLang="en-US" sz="1200" dirty="0"/>
              <a:t>Dynamic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8.5.6 – </a:t>
            </a:r>
            <a:r>
              <a:rPr lang="en-US" altLang="en-US" dirty="0"/>
              <a:t>Introduction to an IPv4 Routing Table</a:t>
            </a:r>
            <a:endParaRPr lang="en-US" dirty="0">
              <a:latin typeface="Arial" charset="0"/>
            </a:endParaRP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8.5.7 –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b="0" dirty="0"/>
              <a:t>Module 9: Address Resolution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4023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9.1 MAC and IP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937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9.1.1 – Destination on Same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055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9.1 – MAC and IP</a:t>
            </a:r>
          </a:p>
          <a:p>
            <a:r>
              <a:rPr lang="en-US" dirty="0"/>
              <a:t>9.1.2 – Destination on Remote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7936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b="0" dirty="0"/>
              <a:t>9 - Address Resolution</a:t>
            </a:r>
          </a:p>
          <a:p>
            <a:pPr>
              <a:buFontTx/>
              <a:buNone/>
            </a:pPr>
            <a:r>
              <a:rPr lang="en-US" sz="1200" b="0" dirty="0"/>
              <a:t>9.2 ARP</a:t>
            </a:r>
            <a:endParaRPr lang="en-GB" b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4435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9.2.1 – ARP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87188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9.2.2 – ARP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09138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9.2.6– Removing Entries from an ARP Table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30942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9.2.7 – ARP Tables on Networking Devices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79030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9.2 – ARP</a:t>
            </a:r>
          </a:p>
          <a:p>
            <a:r>
              <a:rPr lang="en-US" dirty="0"/>
              <a:t>9.2.8 – ARP Issues – ARP Broadcast and ARP Spoofing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6528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9.3.2 – IPv6 Neighbor Discovery Messages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6943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– Address Resolution</a:t>
            </a:r>
          </a:p>
          <a:p>
            <a:r>
              <a:rPr lang="en-US" dirty="0"/>
              <a:t>9.3 – IPv6 Neighbor Discovery</a:t>
            </a:r>
          </a:p>
          <a:p>
            <a:r>
              <a:rPr lang="en-US" dirty="0"/>
              <a:t>9.3.3 – IPv6 Neighbor Discovery – Address Resolution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6565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Introduction to Networks v</a:t>
            </a:r>
            <a:r>
              <a:rPr lang="en-US" b="0" dirty="0"/>
              <a:t>7.0 (ITN)</a:t>
            </a:r>
          </a:p>
          <a:p>
            <a:r>
              <a:rPr lang="en-US" dirty="0"/>
              <a:t>Module 10: Basic Router Configuration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30286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Configure Initial Router Settings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7928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10.1.1 – Basic Routing Configuration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1459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10.1.2 – Basic Routing Configuration Example</a:t>
            </a:r>
          </a:p>
          <a:p>
            <a:r>
              <a:rPr lang="en-US" dirty="0"/>
              <a:t>10.1.3 - Syntax Checker – Configure Initial Router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40575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Configure Interfaces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2873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3341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0724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10.2.3 – Verify Interface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77847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2336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13236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0813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86946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  <a:p>
            <a:r>
              <a:rPr lang="en-US" dirty="0"/>
              <a:t>10.2.5 Syntax Checker – Configure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56627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Configure the Default Gateway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1673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10.3.1 – Default Gateway on a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85377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10.3.2 – Default Gateway on a Switch</a:t>
            </a:r>
          </a:p>
          <a:p>
            <a:r>
              <a:rPr lang="en-US" dirty="0"/>
              <a:t>10.3.3 – Syntax Checker – Configure the Default 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7802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10.3.2 – Default Gateway on a Switch</a:t>
            </a:r>
          </a:p>
          <a:p>
            <a:r>
              <a:rPr lang="en-US" dirty="0"/>
              <a:t>10.3.3 – Syntax Checker – Configure the Default 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15823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392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Solicited-node_multicast_address#cite_note-rfc4291-1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r>
              <a:rPr lang="en-US" sz="4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8.1 Network Layer Characteristics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5270088" cy="789880"/>
          </a:xfrm>
        </p:spPr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The Network Layer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3" y="834570"/>
            <a:ext cx="5151336" cy="31769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services to allow end devices to exchange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version 4 (IPv4) and IP version 6 (IPv6) are the principle network layer communication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network layer performs four basic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Addressing end devices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Encapsulation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Routing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De-encapsulation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862" y="100234"/>
            <a:ext cx="3067269" cy="2016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088" y="2355550"/>
            <a:ext cx="3230819" cy="2458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IP Encapsulation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3700139" cy="37643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encapsulates the transport layer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can use either an IPv4 or IPv6 packet and not impact the layer 4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packet will be examined by all layer 3 devices as it traverses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 addressing does not change from source to destination.</a:t>
            </a:r>
          </a:p>
          <a:p>
            <a:pPr marL="0" indent="0">
              <a:buNone/>
            </a:pPr>
            <a:r>
              <a:rPr lang="en-US" sz="1600" b="1" dirty="0"/>
              <a:t>Note: </a:t>
            </a:r>
            <a:r>
              <a:rPr lang="en-US" sz="1600" dirty="0"/>
              <a:t>NAT will change addressing, but will be discussed in a later module.</a:t>
            </a:r>
          </a:p>
          <a:p>
            <a:pPr lvl="1"/>
            <a:endParaRPr lang="en-US" dirty="0"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7" y="905949"/>
            <a:ext cx="5126909" cy="29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 err="1"/>
              <a:t>Characteristics</a:t>
            </a:r>
            <a:r>
              <a:rPr lang="en-US" altLang="en-US" dirty="0"/>
              <a:t> of IP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8" y="894073"/>
            <a:ext cx="9019391" cy="19474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IP is meant to have low overhead and may be described as:</a:t>
            </a:r>
          </a:p>
          <a:p>
            <a:pPr lvl="1"/>
            <a:r>
              <a:rPr lang="en-US" sz="1800" dirty="0"/>
              <a:t>Connectionless </a:t>
            </a:r>
          </a:p>
          <a:p>
            <a:pPr lvl="1"/>
            <a:r>
              <a:rPr lang="en-US" sz="1800" dirty="0"/>
              <a:t>Best Effort</a:t>
            </a:r>
          </a:p>
          <a:p>
            <a:pPr lvl="1"/>
            <a:r>
              <a:rPr lang="en-US" sz="1800" dirty="0"/>
              <a:t>Media Independent</a:t>
            </a:r>
          </a:p>
        </p:txBody>
      </p:sp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Connectionless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11008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Connectionless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establish a connection with the destination before sending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There is no control information needed (synchronizations, acknowledgments,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destination will receive the packet when it arrives, but no pre-notifications are sent by 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If there is a need for connection-oriented traffic, then another protocol will handle this (typically TCP at the transport layer).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23" y="3028034"/>
            <a:ext cx="5884353" cy="17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Best Effort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93983" y="1078452"/>
            <a:ext cx="3773052" cy="32185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IP is Best Effort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will not guarantee delivery of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has reduced overhead since there is no mechanism to resend data that is not received.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expect acknowledgments.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know if the other device is operational or if it received the packet.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03" y="858446"/>
            <a:ext cx="4831504" cy="28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6765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Media Independent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798945"/>
            <a:ext cx="4028689" cy="385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is unreliable:  </a:t>
            </a:r>
          </a:p>
          <a:p>
            <a:pPr lvl="1"/>
            <a:r>
              <a:rPr lang="en-US" sz="1500" dirty="0"/>
              <a:t>It cannot manage or fix undelivered or corrupt packets.</a:t>
            </a:r>
          </a:p>
          <a:p>
            <a:pPr lvl="1"/>
            <a:r>
              <a:rPr lang="en-US" sz="1500" dirty="0"/>
              <a:t>IP cannot retransmit after an error.</a:t>
            </a:r>
          </a:p>
          <a:p>
            <a:pPr lvl="1"/>
            <a:r>
              <a:rPr lang="en-US" sz="1500" dirty="0"/>
              <a:t>IP cannot realign out of sequence packets.</a:t>
            </a:r>
          </a:p>
          <a:p>
            <a:pPr lvl="1"/>
            <a:r>
              <a:rPr lang="en-US" sz="1500" dirty="0"/>
              <a:t>IP must rely on other protocols for these functions.</a:t>
            </a:r>
          </a:p>
          <a:p>
            <a:pPr marL="0" indent="0">
              <a:buNone/>
            </a:pPr>
            <a:r>
              <a:rPr lang="en-US" dirty="0"/>
              <a:t>IP is media Independent:</a:t>
            </a:r>
          </a:p>
          <a:p>
            <a:pPr lvl="1"/>
            <a:r>
              <a:rPr lang="en-US" sz="1500" dirty="0"/>
              <a:t>IP does not concern itself with the type of frame required at the data link layer or the media type at the physical layer.</a:t>
            </a:r>
          </a:p>
          <a:p>
            <a:pPr lvl="1"/>
            <a:r>
              <a:rPr lang="en-US" sz="1500" dirty="0"/>
              <a:t>IP can be sent over any media type: copper, fiber, or wireless.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573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Media Independent (Contd.)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4028689" cy="379221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network layer will establish the Maximum Transmission Unit (MTU).</a:t>
            </a:r>
          </a:p>
          <a:p>
            <a:pPr lvl="1"/>
            <a:r>
              <a:rPr lang="en-US" sz="1600" dirty="0"/>
              <a:t>Network layer receives this from control information sent by the data link layer.</a:t>
            </a:r>
          </a:p>
          <a:p>
            <a:pPr lvl="1"/>
            <a:r>
              <a:rPr lang="en-US" sz="1600" dirty="0"/>
              <a:t>The network then establishes the MTU size.</a:t>
            </a:r>
          </a:p>
          <a:p>
            <a:pPr marL="0" indent="0">
              <a:buNone/>
            </a:pPr>
            <a:r>
              <a:rPr lang="en-US" sz="1600" dirty="0"/>
              <a:t>Fragmentation is when Layer 3 splits the IPv4 packet into smaller units.</a:t>
            </a:r>
          </a:p>
          <a:p>
            <a:pPr lvl="1"/>
            <a:r>
              <a:rPr lang="en-US" sz="1600" dirty="0"/>
              <a:t>Fragmenting causes latency.</a:t>
            </a:r>
          </a:p>
          <a:p>
            <a:pPr lvl="1"/>
            <a:r>
              <a:rPr lang="en-US" sz="1600" dirty="0"/>
              <a:t>IPv6 does not fragment packets.</a:t>
            </a:r>
          </a:p>
          <a:p>
            <a:pPr lvl="1"/>
            <a:r>
              <a:rPr lang="en-US" sz="1600" dirty="0"/>
              <a:t>Example: Router goes from Ethernet to a slow WAN with a smaller MTU</a:t>
            </a:r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08752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8.2 IPv4 Packet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6"/>
            <a:ext cx="8184025" cy="349728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/>
              <a:t>IPv4 is the primary communication protocol for the network layer.</a:t>
            </a:r>
          </a:p>
          <a:p>
            <a:pPr marL="0" indent="0">
              <a:buNone/>
            </a:pPr>
            <a:r>
              <a:rPr lang="en-US" altLang="en-US" sz="1600" dirty="0"/>
              <a:t>The network header has many purposes:</a:t>
            </a:r>
          </a:p>
          <a:p>
            <a:pPr lvl="1"/>
            <a:r>
              <a:rPr lang="en-US" altLang="en-US" sz="1600" dirty="0"/>
              <a:t>It ensures the packet is sent in the correct direction (to the destination).</a:t>
            </a:r>
          </a:p>
          <a:p>
            <a:pPr lvl="1"/>
            <a:r>
              <a:rPr lang="en-US" altLang="en-US" sz="1600" dirty="0"/>
              <a:t>It contains information for network layer processing in various fields.</a:t>
            </a:r>
          </a:p>
          <a:p>
            <a:pPr lvl="1"/>
            <a:r>
              <a:rPr lang="en-US" altLang="en-US" sz="1600" dirty="0"/>
              <a:t>The information in the header is used by all layer 3 devices that handle the packet</a:t>
            </a:r>
          </a:p>
          <a:p>
            <a:pPr lvl="1"/>
            <a:endParaRPr lang="en-US" altLang="en-US" sz="1600" dirty="0"/>
          </a:p>
          <a:p>
            <a:pPr marL="0" indent="0">
              <a:buNone/>
            </a:pPr>
            <a:r>
              <a:rPr lang="en-US" altLang="ja-JP" sz="16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9728" y="792335"/>
            <a:ext cx="4690872" cy="288355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The IPv4 network header characteristics:</a:t>
            </a:r>
          </a:p>
          <a:p>
            <a:pPr lvl="1"/>
            <a:r>
              <a:rPr lang="en-US" altLang="ja-JP" sz="1600" dirty="0"/>
              <a:t>It is in binary.</a:t>
            </a:r>
          </a:p>
          <a:p>
            <a:pPr lvl="1"/>
            <a:r>
              <a:rPr lang="en-US" altLang="ja-JP" sz="1600" dirty="0"/>
              <a:t>Contains several fields of information</a:t>
            </a:r>
          </a:p>
          <a:p>
            <a:pPr lvl="1"/>
            <a:r>
              <a:rPr lang="en-US" altLang="ja-JP" sz="1600" dirty="0"/>
              <a:t>Diagram is read from left to right, 4 bytes per line</a:t>
            </a:r>
          </a:p>
          <a:p>
            <a:pPr lvl="1"/>
            <a:r>
              <a:rPr lang="en-US" altLang="ja-JP" sz="1600" dirty="0"/>
              <a:t>The two most important fields are the source and destination.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en-US" altLang="ja-JP" sz="1600" dirty="0"/>
              <a:t>Protocols may have one or more functions.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13" y="841248"/>
            <a:ext cx="4251960" cy="408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55448" y="792335"/>
            <a:ext cx="8723376" cy="542689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IPv4 header:</a:t>
            </a: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451830"/>
              </p:ext>
            </p:extLst>
          </p:nvPr>
        </p:nvGraphicFramePr>
        <p:xfrm>
          <a:off x="164592" y="1417319"/>
          <a:ext cx="8750808" cy="2834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v4, as opposed to v6, a 4 bit field= 0100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Differentiated Services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or the older </a:t>
                      </a:r>
                      <a:r>
                        <a:rPr lang="en-US" baseline="0" dirty="0" err="1"/>
                        <a:t>IntServ</a:t>
                      </a:r>
                      <a:r>
                        <a:rPr lang="en-US" baseline="0" dirty="0"/>
                        <a:t> – </a:t>
                      </a:r>
                      <a:r>
                        <a:rPr lang="en-US" baseline="0" dirty="0" err="1"/>
                        <a:t>ToS</a:t>
                      </a:r>
                      <a:r>
                        <a:rPr lang="en-US" baseline="0" dirty="0"/>
                        <a:t> or Type of Service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Header Checksum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 corruption in the IPv4 header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Time to Live (TTL)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 3 hop count. When it becomes zero the router</a:t>
                      </a:r>
                      <a:r>
                        <a:rPr lang="en-US" baseline="0" dirty="0"/>
                        <a:t> will discard the packet.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Protocol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98414312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8.3 IPv6 Packets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Limitations of IPv4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672954" cy="357342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IPv4 has three major limitations:</a:t>
            </a:r>
          </a:p>
          <a:p>
            <a:pPr lvl="1"/>
            <a:r>
              <a:rPr lang="en-US" sz="1600" dirty="0"/>
              <a:t>IPv4 address depletion – We have basically run out of IPv4 addressing.</a:t>
            </a:r>
          </a:p>
          <a:p>
            <a:pPr lvl="1"/>
            <a:r>
              <a:rPr lang="en-US" sz="1600" dirty="0"/>
              <a:t>Lack of end-to-end connectivity – To make IPv4 survive this long, private addressing and NAT were created. This ended direct communications with public addressing.</a:t>
            </a:r>
          </a:p>
          <a:p>
            <a:pPr lvl="1"/>
            <a:r>
              <a:rPr lang="en-US" sz="1600" dirty="0"/>
              <a:t>Increased network complexity – NAT was meant as temporary solution and creates issues on the network as a side effect of manipulating the network headers addressing. NAT causes latency and troubleshooting issues.</a:t>
            </a: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47103102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Overview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97630" cy="38412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was developed by Internet Engineering Task Force (IETF).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overcomes the limitations of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Improvements that IPv6 provides: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Increased address space </a:t>
            </a:r>
            <a:r>
              <a:rPr lang="en-US" sz="1500" dirty="0"/>
              <a:t>– based on 128 bit address, not 32 bits</a:t>
            </a:r>
            <a:endParaRPr lang="fr-FR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Improved packet handling </a:t>
            </a:r>
            <a:r>
              <a:rPr lang="en-US" sz="1500" dirty="0"/>
              <a:t>– simplified header with fewer fields</a:t>
            </a:r>
            <a:endParaRPr lang="en-US" sz="15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Eliminates the need for NAT </a:t>
            </a:r>
            <a:r>
              <a:rPr lang="en-US" sz="1500" dirty="0"/>
              <a:t>– since there is a huge amount of addressing, there is no need to use private addressing internally and be mapped to a shared public address</a:t>
            </a:r>
            <a:endParaRPr lang="en-CA" altLang="en-US" sz="1500" dirty="0"/>
          </a:p>
          <a:p>
            <a:pPr lvl="1"/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004" y="804672"/>
            <a:ext cx="488699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IPv4 Packet Header Fields in the 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3359855" cy="37330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IPv6 header is simplified, but not smaller.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header is fixed at 40 Bytes or octets long.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Several IPv4 fields were removed to improve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Some IPv4 fields were removed to improve performance:</a:t>
            </a:r>
          </a:p>
          <a:p>
            <a:pPr lvl="1"/>
            <a:r>
              <a:rPr lang="en-US" sz="1600" dirty="0"/>
              <a:t>Flag</a:t>
            </a:r>
          </a:p>
          <a:p>
            <a:pPr lvl="1"/>
            <a:r>
              <a:rPr lang="en-US" sz="1600" dirty="0"/>
              <a:t>Fragment Offset</a:t>
            </a:r>
          </a:p>
          <a:p>
            <a:pPr lvl="1"/>
            <a:r>
              <a:rPr lang="en-US" sz="1600" dirty="0"/>
              <a:t>Header Checksum</a:t>
            </a:r>
          </a:p>
          <a:p>
            <a:pPr lvl="1"/>
            <a:endParaRPr lang="en-CA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5" y="969264"/>
            <a:ext cx="5526755" cy="357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45793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</a:t>
            </a:r>
            <a:r>
              <a:rPr lang="en-US" altLang="ja-JP" sz="1600" dirty="0" err="1"/>
              <a:t>IPv</a:t>
            </a:r>
            <a:r>
              <a:rPr lang="sk-SK" altLang="ja-JP" sz="1600" dirty="0"/>
              <a:t>6</a:t>
            </a:r>
            <a:r>
              <a:rPr lang="en-US" altLang="ja-JP" sz="1600" dirty="0"/>
              <a:t> header: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000768"/>
              </p:ext>
            </p:extLst>
          </p:nvPr>
        </p:nvGraphicFramePr>
        <p:xfrm>
          <a:off x="219456" y="1449174"/>
          <a:ext cx="8750808" cy="3366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v6, as opposed to v4, a 4 bit field= 0110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Traffic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Equivalent to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Flow Label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Informs device to handle identical flow labels the same way, </a:t>
                      </a:r>
                      <a:r>
                        <a:rPr lang="en-US" dirty="0"/>
                        <a:t>20 bit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Payload 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16-bit field indicates the length of the data portion or payload of the IPv6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Next Header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Hop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Replaces</a:t>
                      </a:r>
                      <a:r>
                        <a:rPr lang="en-US" baseline="0" dirty="0"/>
                        <a:t> TTL field </a:t>
                      </a:r>
                      <a:r>
                        <a:rPr lang="en-US" dirty="0"/>
                        <a:t>Layer 3 hop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</a:t>
                      </a:r>
                      <a:r>
                        <a:rPr lang="en-US" b="1" dirty="0" err="1"/>
                        <a:t>IPv</a:t>
                      </a:r>
                      <a:r>
                        <a:rPr lang="sk-SK" b="1" dirty="0"/>
                        <a:t>6</a:t>
                      </a:r>
                      <a:r>
                        <a:rPr lang="en-US" b="1" dirty="0"/>
                        <a:t>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</a:t>
                      </a:r>
                      <a:r>
                        <a:rPr lang="sk-SK" b="1" dirty="0"/>
                        <a:t>v6</a:t>
                      </a:r>
                      <a:r>
                        <a:rPr lang="en-US" b="1" dirty="0"/>
                        <a:t>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Packet Header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307311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IPv6 packet may also contain extension headers (EH). </a:t>
            </a:r>
          </a:p>
          <a:p>
            <a:pPr marL="0" indent="0">
              <a:buNone/>
            </a:pPr>
            <a:r>
              <a:rPr lang="en-US" sz="1600" dirty="0"/>
              <a:t>EH headers characteristics: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 optional network layer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are optional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are placed between IPv6 header and the payload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may be used for fragmentation, security, mobility support,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b="1" dirty="0"/>
              <a:t>Note: </a:t>
            </a:r>
            <a:r>
              <a:rPr lang="en-US" altLang="en-US" sz="1600" dirty="0"/>
              <a:t>Unlike IPv4, routers do not fragment IPv6 packets.</a:t>
            </a:r>
            <a:endParaRPr lang="en-CA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92983842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8.4 How a Host Routes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516566" cy="22508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Packets are always created at the 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Each host devices creates their own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host can send packets to the following:</a:t>
            </a:r>
          </a:p>
          <a:p>
            <a:pPr lvl="1"/>
            <a:r>
              <a:rPr lang="en-US" sz="1700" dirty="0"/>
              <a:t>Itself – 127.0.0.1 (IPv4), ::1 (IPv6)</a:t>
            </a:r>
          </a:p>
          <a:p>
            <a:pPr lvl="1"/>
            <a:r>
              <a:rPr lang="en-US" sz="1700" dirty="0"/>
              <a:t>Local Hosts – destination is on the same LAN</a:t>
            </a:r>
          </a:p>
          <a:p>
            <a:pPr lvl="1"/>
            <a:r>
              <a:rPr lang="en-US" sz="1700" dirty="0"/>
              <a:t>Remote Hosts – devices are not on the same LAN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70" y="3072057"/>
            <a:ext cx="4799457" cy="192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915400" cy="25304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Source device determines whether the destination is local or remote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Method of determination: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IPv4 – Source uses its own IP address and Subnet mask, along with the destination IP address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IPv6 – Source uses the network address and prefix advertised by the local router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Local traffic is dumped out the host interface to be handled by an intermediary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Remote traffic is forwarded directly to the default gateway on the LAN.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03" y="3329608"/>
            <a:ext cx="4296537" cy="15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64938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821052"/>
            <a:ext cx="8535435" cy="337604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router or layer 3 switch can be a default-gateway.</a:t>
            </a:r>
          </a:p>
          <a:p>
            <a:pPr marL="0" indent="0">
              <a:buNone/>
            </a:pPr>
            <a:r>
              <a:rPr lang="en-US" sz="1800" dirty="0"/>
              <a:t>Features of a default gateway (DGW):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must have an IP address in the same range as the rest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accept data from the LAN and is capable of forwarding traffic off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route to other networks.</a:t>
            </a:r>
          </a:p>
          <a:p>
            <a:pPr marL="0" indent="0">
              <a:buNone/>
            </a:pPr>
            <a:r>
              <a:rPr lang="en-US" sz="1800" dirty="0"/>
              <a:t>If a device has no default gateway or a bad default gateway, its traffic will not be able to leave the LAN.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A Host Routes to the 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115747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host will know the default gateway (DGW) either statically or through DHCP in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IPv6 sends the DGW through a router solicitation (RS) or can be configured manually.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A DGW is static route which will be a last resort route in the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All device on the LAN will need the DGW of the router if they intend to send traffic remotely.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70" y="1501170"/>
            <a:ext cx="4765834" cy="222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 </a:t>
            </a:r>
            <a:br>
              <a:rPr lang="en-US" altLang="en-US" sz="1600" dirty="0"/>
            </a:br>
            <a:r>
              <a:rPr lang="en-US" altLang="en-US" dirty="0"/>
              <a:t>Host Routing Tables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2819110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On Windows, route print or </a:t>
            </a:r>
            <a:r>
              <a:rPr lang="en-US" sz="1700" dirty="0" err="1"/>
              <a:t>netstat</a:t>
            </a:r>
            <a:r>
              <a:rPr lang="en-US" sz="1700" dirty="0"/>
              <a:t>  -r to display the PC routing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Three sections displayed by these two commands:</a:t>
            </a:r>
          </a:p>
          <a:p>
            <a:pPr lvl="1"/>
            <a:r>
              <a:rPr lang="en-US" sz="1600" dirty="0"/>
              <a:t>Interface List – all potential interfaces and MAC addressing</a:t>
            </a:r>
          </a:p>
          <a:p>
            <a:pPr lvl="1"/>
            <a:r>
              <a:rPr lang="en-US" sz="1600" dirty="0"/>
              <a:t>IPv4 Routing Table</a:t>
            </a:r>
          </a:p>
          <a:p>
            <a:pPr lvl="1"/>
            <a:r>
              <a:rPr lang="en-US" sz="1600" dirty="0"/>
              <a:t>IPv6 Routing Table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64" y="932688"/>
            <a:ext cx="5485829" cy="373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8.5 Introduction to Routing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Router Packet Forwarding Decision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3255" y="822098"/>
            <a:ext cx="8807116" cy="5389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happens when the router receives the frame from the host device?</a:t>
            </a:r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5" y="1361067"/>
            <a:ext cx="5439072" cy="33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11" y="2162150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C4402A7D-3777-4793-9420-DA9EAD6128F2}"/>
              </a:ext>
            </a:extLst>
          </p:cNvPr>
          <p:cNvSpPr txBox="1"/>
          <p:nvPr/>
        </p:nvSpPr>
        <p:spPr>
          <a:xfrm>
            <a:off x="3840244" y="1956216"/>
            <a:ext cx="11542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200" b="1" dirty="0">
                <a:highlight>
                  <a:srgbClr val="C0C0C0"/>
                </a:highlight>
              </a:rPr>
              <a:t>10.1.1.0/24</a:t>
            </a:r>
          </a:p>
        </p:txBody>
      </p:sp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IP Router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0286" y="798943"/>
            <a:ext cx="8853715" cy="24229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three types of routes in a router’s routing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Directly Connected </a:t>
            </a:r>
            <a:r>
              <a:rPr lang="en-US" altLang="en-US" dirty="0"/>
              <a:t>– These routes are automatically added by the router, provided the interface is active and has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Remote</a:t>
            </a:r>
            <a:r>
              <a:rPr lang="en-US" altLang="en-US" dirty="0"/>
              <a:t> – These are the routes the router does not have a direct connection and may be learned: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Manually – with a static route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Dynamically – by using a routing protocol to have the routers share their information with each 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Default Route </a:t>
            </a:r>
            <a:r>
              <a:rPr lang="en-US" altLang="en-US" dirty="0"/>
              <a:t>– this forwards all traffic to a specific direction when there is not a match in the routing table </a:t>
            </a: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543" y="3221887"/>
            <a:ext cx="5351646" cy="15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sz="2400" dirty="0"/>
              <a:t>Static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306647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Static Route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configured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adjusted manually by the administrator when there is a change in the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Good for small non-redundant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Often used in conjunction with a dynamic routing protocol for configuring a default route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28982"/>
            <a:ext cx="5007756" cy="238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687848"/>
            <a:ext cx="5007757" cy="211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174CF041-BE20-4F5D-AC7F-D862759FED47}"/>
              </a:ext>
            </a:extLst>
          </p:cNvPr>
          <p:cNvSpPr txBox="1"/>
          <p:nvPr/>
        </p:nvSpPr>
        <p:spPr>
          <a:xfrm>
            <a:off x="4334581" y="2070572"/>
            <a:ext cx="43188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k-SK" sz="1100" dirty="0"/>
              <a:t>R2(</a:t>
            </a:r>
            <a:r>
              <a:rPr lang="sk-SK" sz="1100" dirty="0" err="1"/>
              <a:t>config</a:t>
            </a:r>
            <a:r>
              <a:rPr lang="sk-SK" sz="1100" dirty="0"/>
              <a:t>)# </a:t>
            </a:r>
            <a:r>
              <a:rPr lang="sk-SK" sz="1100" dirty="0" err="1"/>
              <a:t>ip</a:t>
            </a:r>
            <a:r>
              <a:rPr lang="sk-SK" sz="1100" dirty="0"/>
              <a:t> </a:t>
            </a:r>
            <a:r>
              <a:rPr lang="sk-SK" sz="1100" dirty="0" err="1"/>
              <a:t>route</a:t>
            </a:r>
            <a:r>
              <a:rPr lang="sk-SK" sz="1100" dirty="0"/>
              <a:t> 192.168.10.0 255.255.255.0 209.165.200.225</a:t>
            </a:r>
          </a:p>
        </p:txBody>
      </p:sp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sz="1600" dirty="0"/>
            </a:br>
            <a:r>
              <a:rPr lang="en-US" altLang="en-US" dirty="0"/>
              <a:t>Dynamic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29625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Dynamic Routes Automatically: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Discover remote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Maintain up-to-date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Choose the best path to the destination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 new best paths when there is a topology change</a:t>
            </a:r>
          </a:p>
          <a:p>
            <a:pPr marL="0" indent="0">
              <a:buNone/>
            </a:pPr>
            <a:r>
              <a:rPr lang="en-US" sz="1600" dirty="0"/>
              <a:t>Dynamic routing can also share static default routes with the other routers.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358055"/>
            <a:ext cx="5007757" cy="192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312213"/>
            <a:ext cx="4644736" cy="24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06835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Introduction to an IPv4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5082" y="817311"/>
            <a:ext cx="3979718" cy="3723515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The </a:t>
            </a:r>
            <a:r>
              <a:rPr lang="en-US" b="1" dirty="0"/>
              <a:t>show ip route </a:t>
            </a:r>
            <a:r>
              <a:rPr lang="en-US" dirty="0"/>
              <a:t>command shows the following route sources: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- Directly connected local interface IP address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– Directly connected network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 – Static route was manually configured by an administrator</a:t>
            </a:r>
          </a:p>
          <a:p>
            <a:pPr lvl="1"/>
            <a:r>
              <a:rPr lang="en-US" b="1" dirty="0"/>
              <a:t>O</a:t>
            </a:r>
            <a:r>
              <a:rPr lang="en-US" dirty="0"/>
              <a:t> –  OSPF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 – EIGRP</a:t>
            </a:r>
          </a:p>
          <a:p>
            <a:pPr marL="0" indent="0">
              <a:buNone/>
            </a:pPr>
            <a:r>
              <a:rPr lang="en-CA" altLang="en-US" dirty="0"/>
              <a:t>This command shows types of routes:</a:t>
            </a:r>
          </a:p>
          <a:p>
            <a:pPr lvl="1"/>
            <a:r>
              <a:rPr lang="en-CA" altLang="en-US" dirty="0"/>
              <a:t>Directly Connected – C and L</a:t>
            </a:r>
          </a:p>
          <a:p>
            <a:pPr lvl="1"/>
            <a:r>
              <a:rPr lang="en-CA" altLang="en-US" dirty="0"/>
              <a:t>Remote Routes – O, D, etc.</a:t>
            </a:r>
          </a:p>
          <a:p>
            <a:pPr lvl="1"/>
            <a:r>
              <a:rPr lang="en-CA" altLang="en-US" dirty="0"/>
              <a:t>Default Routes – S*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817312"/>
            <a:ext cx="4904509" cy="390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BlokTextu 1">
            <a:extLst>
              <a:ext uri="{FF2B5EF4-FFF2-40B4-BE49-F238E27FC236}">
                <a16:creationId xmlns:a16="http://schemas.microsoft.com/office/drawing/2014/main" id="{761D8356-3CC8-43B5-A19A-A48A9ECC030A}"/>
              </a:ext>
            </a:extLst>
          </p:cNvPr>
          <p:cNvSpPr txBox="1"/>
          <p:nvPr/>
        </p:nvSpPr>
        <p:spPr>
          <a:xfrm>
            <a:off x="7678454" y="1343709"/>
            <a:ext cx="95250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sk-SK" sz="1200" dirty="0"/>
              <a:t>10.1.1.0/24</a:t>
            </a:r>
          </a:p>
        </p:txBody>
      </p:sp>
    </p:spTree>
    <p:extLst>
      <p:ext uri="{BB962C8B-B14F-4D97-AF65-F5344CB8AC3E}">
        <p14:creationId xmlns:p14="http://schemas.microsoft.com/office/powerpoint/2010/main" val="2873737095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9: Address Resolution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6024951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9.1 MAC and 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2441027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Destination on Same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09" y="731838"/>
            <a:ext cx="8532920" cy="234130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There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0000"/>
                </a:solidFill>
              </a:rPr>
              <a:t>are two primary addresses assigned to a device on an Ethernet LAN: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2 physical address (the MAC address)</a:t>
            </a:r>
            <a:r>
              <a:rPr lang="en-US" sz="1600" dirty="0">
                <a:solidFill>
                  <a:srgbClr val="000000"/>
                </a:solidFill>
              </a:rPr>
              <a:t> – Used for NIC to NIC communications on the same Ethernet network.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Layer 3 logical address (the IP address)</a:t>
            </a:r>
            <a:r>
              <a:rPr lang="en-US" sz="1600" dirty="0">
                <a:solidFill>
                  <a:srgbClr val="000000"/>
                </a:solidFill>
              </a:rPr>
              <a:t> – Used to send the packet from the source device to the destination device. 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Layer 2 addresses are used to deliver frames from one NIC to another NIC on the same network. If a destination IP address is on the same network, the destination MAC address will be that of the destination device.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3295B7-4667-438E-A1A4-0A077F091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3157730"/>
            <a:ext cx="4352544" cy="17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161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MAC and IP</a:t>
            </a:r>
            <a:br>
              <a:rPr lang="en-US" dirty="0"/>
            </a:br>
            <a:r>
              <a:rPr lang="en-US" sz="2400" dirty="0"/>
              <a:t>Destination on Remote Network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110" y="731837"/>
            <a:ext cx="8448078" cy="1589524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When the destination IP address is on a remote network, the destination MAC address is that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is used by IPv4 to associate the IPv4 address of a device with the MAC address of the device NIC.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ICMPv6 is used by IPv6 to associate the IPv6 address of a device with the MAC address of the device NIC.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49E9-3366-4B53-A2F7-3D40251C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548" y="2321361"/>
            <a:ext cx="6481000" cy="247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67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9.2 ARP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4518459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Overview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1"/>
            <a:ext cx="4187253" cy="3039781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 device uses ARP to determine the destination MAC address of a local device when it knows its IPv4 address.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ARP provides two basic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Resolving IPv4 addresses to MAC addresses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Maintaining an ARP table of IPv4 to MAC address mappings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41986A-C605-432D-B527-C5259DB44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915" y="844061"/>
            <a:ext cx="4079662" cy="27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740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Functions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To send a frame, a device will search its ARP table for a destination IPv4 address and a corresponding MAC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packet’s destination IPv4 address is on the same network, the device will search the ARP table for the destination IPv4 address.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destination IPv4 address is on a different network, the device will search the ARP table for the IPv4 address of the default gateway.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 device locates the IPv4 address, its corresponding MAC address is used as the destination MAC address in the frame.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If there is no ARP table entry is found, then the device sends an ARP request.</a:t>
            </a:r>
          </a:p>
        </p:txBody>
      </p:sp>
    </p:spTree>
    <p:extLst>
      <p:ext uri="{BB962C8B-B14F-4D97-AF65-F5344CB8AC3E}">
        <p14:creationId xmlns:p14="http://schemas.microsoft.com/office/powerpoint/2010/main" val="283593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Removing Entries from an ARP Table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13450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Entries in the ARP table are not permanent and are removed when an ARP cache timer expires after a specified period of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duration of the ARP cache timer differs depending on the operating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table entries can also be removed manually by the administrator. 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E1F9DB-BF06-458F-943E-47F1D8055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1392" y="1978568"/>
            <a:ext cx="4998720" cy="2678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292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Tables on Networking Devices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731837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arp </a:t>
            </a:r>
            <a:r>
              <a:rPr lang="en-US" sz="1600" dirty="0">
                <a:solidFill>
                  <a:srgbClr val="000000"/>
                </a:solidFill>
              </a:rPr>
              <a:t>command displays the ARP table on a Cisco router.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–a</a:t>
            </a:r>
            <a:r>
              <a:rPr lang="en-US" sz="1600" dirty="0">
                <a:solidFill>
                  <a:srgbClr val="000000"/>
                </a:solidFill>
              </a:rPr>
              <a:t> command displays the ARP table on a Windows 10 PC.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A4B50D-6EE1-40FE-8374-1A9F3109A798}"/>
              </a:ext>
            </a:extLst>
          </p:cNvPr>
          <p:cNvSpPr txBox="1"/>
          <p:nvPr/>
        </p:nvSpPr>
        <p:spPr>
          <a:xfrm>
            <a:off x="629914" y="1756301"/>
            <a:ext cx="7715574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CA" sz="1200" b="1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show ip arp          </a:t>
            </a:r>
            <a:endParaRPr lang="en-US" sz="1200" b="1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Protocol  Address          Age (min)  Hardware Addr   Type   Interface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highlight>
                  <a:srgbClr val="00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Internet  192.168.10.1            -   a0e0.af0d.e140  ARPA   GigabitEthernet0/0/0</a:t>
            </a:r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200" dirty="0">
              <a:solidFill>
                <a:schemeClr val="bg1"/>
              </a:solidFill>
              <a:highlight>
                <a:srgbClr val="0000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2B87D4-C52D-48F9-8660-B3A9C2BB16B8}"/>
              </a:ext>
            </a:extLst>
          </p:cNvPr>
          <p:cNvSpPr txBox="1"/>
          <p:nvPr/>
        </p:nvSpPr>
        <p:spPr>
          <a:xfrm>
            <a:off x="629914" y="3011424"/>
            <a:ext cx="7715574" cy="120032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C:\Users\PC&gt; </a:t>
            </a:r>
            <a:r>
              <a:rPr lang="en-CA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 -a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Interface: 192.168.1.124 --- 0x10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     Physical Address      Type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           c8-d7-19-cc-a0-86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192.168.1.101         08-3e-0c-f5-f7-77     dynamic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781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ARP</a:t>
            </a:r>
            <a:br>
              <a:rPr lang="en-US" dirty="0"/>
            </a:br>
            <a:r>
              <a:rPr lang="en-US" sz="2400" dirty="0"/>
              <a:t>ARP Issues – ARP Broadcasting and ARP Spoofing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121098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requests are received and processed by every device on the local network.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Excessive ARP broadcasts can cause some reduction in performance.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ARP replies can be spoofed by a threat actor to perform an ARP poisoning attack.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Enterprise level switches include mitigation techniques to protect against ARP attacks.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F65C2E-4429-4EE0-B587-6BE1F19A0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40" y="2138780"/>
            <a:ext cx="5023104" cy="265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9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IPv6 Neighbor Discovery Messages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8280057" cy="3577672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IPv6 Neighbor Discovery (ND) protocol provides: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Address resolution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Router discovery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Redirection services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(NS) and Neighbor Advertisement (NA) messages are used for </a:t>
            </a:r>
            <a:r>
              <a:rPr lang="en-US" sz="1800" b="1" dirty="0">
                <a:solidFill>
                  <a:srgbClr val="000000"/>
                </a:solidFill>
              </a:rPr>
              <a:t>device-to-device</a:t>
            </a:r>
            <a:r>
              <a:rPr lang="en-US" sz="1800" dirty="0">
                <a:solidFill>
                  <a:srgbClr val="000000"/>
                </a:solidFill>
              </a:rPr>
              <a:t> messaging such as address resolution.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ICMTPv6 Router Solicitation (RS) and Router Advertisement (RA) messages are used for messaging between </a:t>
            </a:r>
            <a:r>
              <a:rPr lang="en-US" sz="1800" b="1" dirty="0">
                <a:solidFill>
                  <a:srgbClr val="000000"/>
                </a:solidFill>
              </a:rPr>
              <a:t>devices and routers</a:t>
            </a:r>
            <a:r>
              <a:rPr lang="en-US" sz="1800" dirty="0">
                <a:solidFill>
                  <a:srgbClr val="000000"/>
                </a:solidFill>
              </a:rPr>
              <a:t> for router discovery.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redirect messages are used by routers for better next-hop selection.</a:t>
            </a:r>
          </a:p>
        </p:txBody>
      </p:sp>
    </p:spTree>
    <p:extLst>
      <p:ext uri="{BB962C8B-B14F-4D97-AF65-F5344CB8AC3E}">
        <p14:creationId xmlns:p14="http://schemas.microsoft.com/office/powerpoint/2010/main" val="298560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IPv6 Neighbor Discovery</a:t>
            </a:r>
            <a:br>
              <a:rPr lang="en-US" dirty="0"/>
            </a:br>
            <a:r>
              <a:rPr lang="en-US" sz="2400" dirty="0"/>
              <a:t>IPv6 Neighbor Discovery – Address Resolution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28B5E9F-9DE2-44EC-A706-1764B807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730" y="774975"/>
            <a:ext cx="3773496" cy="4271413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IPv6 devices use ND to resolve the MAC address of a known IPv6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ICMPv6 Neighbor Solicitation messages are sent using special Ethernet and IPv6 multicast addresses.</a:t>
            </a:r>
            <a:endParaRPr lang="sk-SK" sz="18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sk-SK" sz="18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 Solicited-Node address is created by taking the least-significant 24 bits of a </a:t>
            </a:r>
            <a:r>
              <a:rPr lang="en-US" sz="16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unicast</a:t>
            </a:r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US" sz="1600" b="0" i="0" u="none" strike="noStrike" dirty="0">
                <a:solidFill>
                  <a:srgbClr val="0645AD"/>
                </a:solidFill>
                <a:effectLst/>
                <a:latin typeface="Arial" panose="020B0604020202020204" pitchFamily="34" charset="0"/>
              </a:rPr>
              <a:t>anycast</a:t>
            </a:r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address and appending them to the prefix </a:t>
            </a:r>
            <a:r>
              <a:rPr lang="en-US" sz="16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ff02::1:ff00:0/104</a:t>
            </a:r>
            <a:r>
              <a:rPr lang="en-US" sz="16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600" b="0" i="0" u="none" strike="noStrike" baseline="30000" dirty="0">
                <a:solidFill>
                  <a:srgbClr val="0645AD"/>
                </a:solidFill>
                <a:effectLst/>
                <a:latin typeface="Arial" panose="020B0604020202020204" pitchFamily="34" charset="0"/>
                <a:hlinkClick r:id="rId3"/>
              </a:rPr>
              <a:t>[1]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endParaRPr lang="sk-SK" sz="18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sk-SK" sz="1800" dirty="0" err="1">
                <a:solidFill>
                  <a:srgbClr val="000000"/>
                </a:solidFill>
              </a:rPr>
              <a:t>For</a:t>
            </a:r>
            <a:r>
              <a:rPr lang="sk-SK" sz="1800" dirty="0">
                <a:solidFill>
                  <a:srgbClr val="000000"/>
                </a:solidFill>
              </a:rPr>
              <a:t> </a:t>
            </a:r>
            <a:r>
              <a:rPr lang="sk-SK" sz="1800" dirty="0" err="1">
                <a:solidFill>
                  <a:srgbClr val="000000"/>
                </a:solidFill>
              </a:rPr>
              <a:t>example</a:t>
            </a:r>
            <a:r>
              <a:rPr lang="sk-SK" sz="1800" dirty="0">
                <a:solidFill>
                  <a:srgbClr val="000000"/>
                </a:solidFill>
              </a:rPr>
              <a:t> </a:t>
            </a: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</a:rPr>
              <a:t>ff02::1:ff</a:t>
            </a:r>
            <a:r>
              <a:rPr kumimoji="0" lang="sk-SK" altLang="sk-SK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28:9c5a </a:t>
            </a:r>
            <a:endParaRPr kumimoji="0" lang="sk-SK" altLang="sk-SK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4A0AF-0003-44FE-BC39-5B53008F4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247" y="899040"/>
            <a:ext cx="4776067" cy="335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4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10: Basic Router Configuration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9392010"/>
      </p:ext>
    </p:extLst>
  </p:cSld>
  <p:clrMapOvr>
    <a:masterClrMapping/>
  </p:clrMapOvr>
  <p:transition spd="slow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10.1 Configure Initial Router Settings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8474169"/>
      </p:ext>
    </p:extLst>
  </p:cSld>
  <p:clrMapOvr>
    <a:masterClrMapping/>
  </p:clrMapOvr>
  <p:transition spd="slow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Basic Router Configuration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67" y="855419"/>
            <a:ext cx="3265419" cy="3517076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Configure the device name.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privileged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user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remote Telnet / SSH access.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Encrypt all plaintext passwords.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legal notification and save the configuration.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BC38-AC68-4E30-A757-4BD5691E2755}"/>
              </a:ext>
            </a:extLst>
          </p:cNvPr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2215-AFFA-4B80-8518-0228983486B9}"/>
              </a:ext>
            </a:extLst>
          </p:cNvPr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CA5BC-EB52-4F1C-9E7F-0082B26780ED}"/>
              </a:ext>
            </a:extLst>
          </p:cNvPr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transport input {ssh | telnet}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7E84C-919C-4F49-B88F-D6C32C285E08}"/>
              </a:ext>
            </a:extLst>
          </p:cNvPr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A1035-A981-4284-92B3-0FB302E7DAF6}"/>
              </a:ext>
            </a:extLst>
          </p:cNvPr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</a:t>
            </a:r>
            <a:r>
              <a:rPr lang="en-US" sz="12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message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end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copy running-config startup-config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BlokTextu 4">
            <a:extLst>
              <a:ext uri="{FF2B5EF4-FFF2-40B4-BE49-F238E27FC236}">
                <a16:creationId xmlns:a16="http://schemas.microsoft.com/office/drawing/2014/main" id="{B1474C41-3462-453E-AE85-21898DD01208}"/>
              </a:ext>
            </a:extLst>
          </p:cNvPr>
          <p:cNvSpPr txBox="1"/>
          <p:nvPr/>
        </p:nvSpPr>
        <p:spPr>
          <a:xfrm>
            <a:off x="1440492" y="4241745"/>
            <a:ext cx="2931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dirty="0"/>
              <a:t>Router</a:t>
            </a:r>
            <a:r>
              <a:rPr lang="en-GB" dirty="0"/>
              <a:t>&gt;enable</a:t>
            </a:r>
          </a:p>
          <a:p>
            <a:r>
              <a:rPr lang="en-GB" dirty="0" err="1"/>
              <a:t>Router#configure</a:t>
            </a:r>
            <a:r>
              <a:rPr lang="en-GB" dirty="0"/>
              <a:t> terminal</a:t>
            </a:r>
            <a:endParaRPr lang="sk-SK" dirty="0"/>
          </a:p>
        </p:txBody>
      </p:sp>
      <p:pic>
        <p:nvPicPr>
          <p:cNvPr id="12" name="Grafický objekt 11" descr="Znak začiarknutia výplň plnou farbou">
            <a:extLst>
              <a:ext uri="{FF2B5EF4-FFF2-40B4-BE49-F238E27FC236}">
                <a16:creationId xmlns:a16="http://schemas.microsoft.com/office/drawing/2014/main" id="{B262F139-71D9-49D3-8BBE-9D3720607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026" y="18994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527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Basic Router Configuration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9"/>
            <a:ext cx="3135194" cy="611640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Commands for basic router configuration on R1.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Configuration is saved to NVRAM.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799584" y="855419"/>
            <a:ext cx="4893654" cy="360098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R1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class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input telnet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TEXT message. End with a new line and the #</a:t>
            </a:r>
          </a:p>
          <a:p>
            <a:r>
              <a:rPr lang="en-US" sz="1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 </a:t>
            </a:r>
            <a:endParaRPr lang="en-US" sz="1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WARNING: Unauthorized access is prohibited!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running-config startup-config</a:t>
            </a:r>
          </a:p>
          <a:p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Grafický objekt 4" descr="Znak začiarknutia výplň plnou farbou">
            <a:extLst>
              <a:ext uri="{FF2B5EF4-FFF2-40B4-BE49-F238E27FC236}">
                <a16:creationId xmlns:a16="http://schemas.microsoft.com/office/drawing/2014/main" id="{3E596434-F5DF-4020-8C54-BAB630469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0026" y="18994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0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10.2 Configure Interfaces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6360551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G0/0/0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933" y="1212175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819331"/>
            <a:ext cx="6903747" cy="17543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192.168.10.1 255.255.255.0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2001:db8:acad:10::1/64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fe80::1 link-local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01:43:53.435: %LINK-3-UPDOWN: Interface GigabitEthernet0/0/0,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01:43:56.447: %LINK-3-UPDOWN: Interface GigabitEthernet0/0/0,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01:43:57.447: %LINEPROTO-5-UPDOWN: Line protocol on Interface GigabitEthernet0/0/0, changed state to up</a:t>
            </a:r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2B95576D-0471-4CB0-A265-D0A692114B20}"/>
              </a:ext>
            </a:extLst>
          </p:cNvPr>
          <p:cNvSpPr txBox="1"/>
          <p:nvPr/>
        </p:nvSpPr>
        <p:spPr>
          <a:xfrm>
            <a:off x="1072527" y="4573657"/>
            <a:ext cx="7322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k-SK" dirty="0"/>
              <a:t>Router(</a:t>
            </a:r>
            <a:r>
              <a:rPr lang="sk-SK" dirty="0" err="1"/>
              <a:t>config</a:t>
            </a:r>
            <a:r>
              <a:rPr lang="sk-SK" dirty="0"/>
              <a:t>)# ipv6 </a:t>
            </a:r>
            <a:r>
              <a:rPr lang="sk-SK" dirty="0" err="1"/>
              <a:t>unicast-routing</a:t>
            </a:r>
            <a:r>
              <a:rPr lang="sk-SK" dirty="0"/>
              <a:t> </a:t>
            </a:r>
            <a:r>
              <a:rPr lang="sk-SK" sz="1200" dirty="0"/>
              <a:t>– ak chcete IPv6 smerovať medzi rozhraniami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31916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 Example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G0/0/1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7543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R2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209.165.200.225 255.255.255.252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2001:db8:feed:224::1/64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fe80::1 link-local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01:46:29.170: %LINK-3-UPDOWN: Interface GigabitEthernet0/0/1,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01:46:32.171: %LINK-3-UPDOWN: Interface GigabitEthernet0/0/1,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01:46:33.171: %LINEPROTO-5-UPDOWN: Line protocol on Interface GigabitEthernet0/0/1,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45466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Verify Interface Configuration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884985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To verify interface configuration use the </a:t>
            </a:r>
            <a:r>
              <a:rPr lang="en-US" b="1" dirty="0">
                <a:solidFill>
                  <a:srgbClr val="000000"/>
                </a:solidFill>
              </a:rPr>
              <a:t>show ip interface brief </a:t>
            </a:r>
            <a:r>
              <a:rPr lang="en-US" dirty="0">
                <a:solidFill>
                  <a:srgbClr val="000000"/>
                </a:solidFill>
              </a:rPr>
              <a:t>and </a:t>
            </a:r>
            <a:r>
              <a:rPr lang="en-US" b="1" dirty="0">
                <a:solidFill>
                  <a:srgbClr val="000000"/>
                </a:solidFill>
              </a:rPr>
              <a:t>show ipv6 interface brief </a:t>
            </a:r>
            <a:r>
              <a:rPr lang="en-US" dirty="0">
                <a:solidFill>
                  <a:srgbClr val="000000"/>
                </a:solidFill>
              </a:rPr>
              <a:t>commands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             IP-Address      OK? Method Status                Protocol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192.168.10.1   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209.165.200.225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unassigned      YES unset  administratively down down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05F4-B6F7-4CBB-9733-95EEED388FC7}"/>
              </a:ext>
            </a:extLst>
          </p:cNvPr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    [administratively down/down]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101691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 table summarizes show commands used to verify interface configuration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BB6E86-62EB-2348-9F73-08093BACDA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5861" y="1419402"/>
          <a:ext cx="7893708" cy="292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215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837493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455550">
                <a:tc>
                  <a:txBody>
                    <a:bodyPr/>
                    <a:lstStyle/>
                    <a:p>
                      <a:r>
                        <a:rPr lang="en-US" sz="1400" dirty="0"/>
                        <a:t>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 brief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all interfaces, their IP addresses, and their current status.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contents of the IP routing tables stored in 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statistics for all interfaces on the device. Only displays the IPv4 addressing information.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IPv4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IPv6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66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the contents of the IP routing tables with the </a:t>
            </a:r>
            <a:r>
              <a:rPr lang="en-US" sz="1600" b="1" dirty="0">
                <a:solidFill>
                  <a:srgbClr val="000000"/>
                </a:solidFill>
              </a:rPr>
              <a:t>show ip route </a:t>
            </a:r>
            <a:r>
              <a:rPr lang="en-US" sz="1600" dirty="0">
                <a:solidFill>
                  <a:srgbClr val="000000"/>
                </a:solidFill>
              </a:rPr>
              <a:t>and </a:t>
            </a:r>
            <a:r>
              <a:rPr lang="en-US" sz="1600" b="1" dirty="0">
                <a:solidFill>
                  <a:srgbClr val="000000"/>
                </a:solidFill>
              </a:rPr>
              <a:t>show ipv6 route </a:t>
            </a:r>
            <a:r>
              <a:rPr lang="en-US" sz="1600" dirty="0">
                <a:solidFill>
                  <a:srgbClr val="000000"/>
                </a:solidFill>
              </a:rPr>
              <a:t>commands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192.168.10.0/24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192.168.10.0/24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192.168.10.1/32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209.165.200.0/24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209.165.200.224/30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209.165.200.225/32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show ipv6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2001:DB8:ACAD:10::/64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2001:DB8:ACAD:10::1/128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2001:DB8:FEED:224::/64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2001:DB8:FEED:224::1/128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FF00::/8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Null0,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249634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statistics for all interfaces with the </a:t>
            </a:r>
            <a:r>
              <a:rPr lang="en-US" sz="1600" b="1" dirty="0">
                <a:solidFill>
                  <a:srgbClr val="000000"/>
                </a:solidFill>
              </a:rPr>
              <a:t>show interfaces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320968" y="890954"/>
            <a:ext cx="5419440" cy="369331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interfaces gig0/0/0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Hardware is ISR4321-2x1GE, address is a0e0.af0d.e140 (bia  a0e0.af0d.e140)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1500 bytes, BW 100000 Kbit/sec, DLY 100 usec,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reliability 255/255, txload 1/255, rxload 1/255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Encapsulation ARPA, loopback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Keepalive not supported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Full Duplex, 100Mbps, link type is auto, media type is RJ45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flow-control is off, input flow-control is off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ARP type: ARPA, ARP Timeout 04:00:00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input 00:00:01, output 00:00:35, output hang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clearing of "show interface" counters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queue: 0/375/0/0 (size/max/drops/flushes); Total output     drops: 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Queueing strategy: fifo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queue: 0/40 (size/max)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input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output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1180 packets input, 109486 bytes, 0 no buffer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Received 84 broadcasts (0 IP multicasts)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0 runts, 0 giants, 0 throttles 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47310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IPv4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 interface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Broadcast address is 255.255.255.255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determined by setup command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Helper address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Directed broadcast forwarding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Proxy ARP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Local Proxy ARP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Security level is default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Split horizon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mask replies are never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fast switching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Flow switching is disabled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119501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IPv6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ipv6 interface </a:t>
            </a:r>
            <a:r>
              <a:rPr lang="en-US" sz="1600" dirty="0">
                <a:solidFill>
                  <a:srgbClr val="000000"/>
                </a:solidFill>
              </a:rPr>
              <a:t>command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1700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IPv6 is enabled, link-local address is FE80::1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 Virtual link-local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Global unicast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2001:DB8:ACAD:10::1, subnet is 2001:DB8:ACAD:10::/64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Joined group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FF02::1:FF00:1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error messages limited to one every 100 milliseconds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DAD is enabled, number of DAD attempts: 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reachable time is 30000 milliseconds (using 30000)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NS retransmit interval is 1000 milliseconds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26509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10.3 Configure the Default Gateway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0572628"/>
      </p:ext>
    </p:extLst>
  </p:cSld>
  <p:clrMapOvr>
    <a:masterClrMapping/>
  </p:clrMapOvr>
  <p:transition spd="slow">
    <p:wip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Host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is used when a host sends a packet to a device on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address is generally the router interface address attached to the local network of the 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 reach PC3, PC1 addresses a packet with the IPv4 address of PC3, but forwards the packet to its default gateway, the G0/0/0 interface of R1.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866AA-E301-488D-96AD-D9CEE8D1E785}"/>
              </a:ext>
            </a:extLst>
          </p:cNvPr>
          <p:cNvSpPr txBox="1"/>
          <p:nvPr/>
        </p:nvSpPr>
        <p:spPr>
          <a:xfrm>
            <a:off x="4258469" y="3770924"/>
            <a:ext cx="444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Note</a:t>
            </a:r>
            <a:r>
              <a:rPr lang="en-US" sz="1600" dirty="0">
                <a:solidFill>
                  <a:srgbClr val="000000"/>
                </a:solidFill>
              </a:rPr>
              <a:t>: The IP address of the host and the router interface must be in the same network.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4100A-4BDC-504D-85D6-01A2B41E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22" y="715554"/>
            <a:ext cx="3021496" cy="29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0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144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 switch must have a default gateway address configured to remotely manage the switch from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configure an IPv4 default gateway on a switch, use the </a:t>
            </a:r>
            <a:r>
              <a:rPr lang="en-US" b="1" dirty="0">
                <a:solidFill>
                  <a:srgbClr val="000000"/>
                </a:solidFill>
              </a:rPr>
              <a:t>ip default-gateway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0000"/>
                </a:solidFill>
              </a:rPr>
              <a:t>ip-address </a:t>
            </a:r>
            <a:r>
              <a:rPr lang="en-US" dirty="0">
                <a:solidFill>
                  <a:srgbClr val="000000"/>
                </a:solidFill>
              </a:rPr>
              <a:t>global configuration command.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3C964C4F-A319-A344-B19E-41CF701C6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688" y="731837"/>
            <a:ext cx="4475800" cy="421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593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</a:t>
            </a:r>
            <a:r>
              <a:rPr lang="sk-SK" sz="2400" dirty="0"/>
              <a:t>Router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1" y="890954"/>
            <a:ext cx="791994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 </a:t>
            </a:r>
            <a:r>
              <a:rPr lang="sk-SK" dirty="0">
                <a:solidFill>
                  <a:srgbClr val="000000"/>
                </a:solidFill>
              </a:rPr>
              <a:t>router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sk-SK" dirty="0" err="1">
                <a:solidFill>
                  <a:srgbClr val="000000"/>
                </a:solidFill>
              </a:rPr>
              <a:t>may</a:t>
            </a:r>
            <a:r>
              <a:rPr lang="en-US" dirty="0">
                <a:solidFill>
                  <a:srgbClr val="000000"/>
                </a:solidFill>
              </a:rPr>
              <a:t> have a default gateway address configured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configure an IPv4 default gateway on a </a:t>
            </a:r>
            <a:r>
              <a:rPr lang="sk-SK" dirty="0">
                <a:solidFill>
                  <a:srgbClr val="000000"/>
                </a:solidFill>
              </a:rPr>
              <a:t>router</a:t>
            </a:r>
            <a:r>
              <a:rPr lang="en-US" dirty="0">
                <a:solidFill>
                  <a:srgbClr val="000000"/>
                </a:solidFill>
              </a:rPr>
              <a:t>, use the global </a:t>
            </a:r>
            <a:r>
              <a:rPr lang="en-US">
                <a:solidFill>
                  <a:srgbClr val="000000"/>
                </a:solidFill>
              </a:rPr>
              <a:t>configuration command</a:t>
            </a:r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r>
              <a:rPr lang="en-US" b="1" dirty="0" err="1">
                <a:solidFill>
                  <a:srgbClr val="000000"/>
                </a:solidFill>
              </a:rPr>
              <a:t>ip</a:t>
            </a:r>
            <a:r>
              <a:rPr lang="en-US" b="1" dirty="0">
                <a:solidFill>
                  <a:srgbClr val="000000"/>
                </a:solidFill>
              </a:rPr>
              <a:t> </a:t>
            </a:r>
            <a:r>
              <a:rPr lang="sk-SK" b="1" dirty="0" err="1">
                <a:solidFill>
                  <a:srgbClr val="000000"/>
                </a:solidFill>
              </a:rPr>
              <a:t>route</a:t>
            </a:r>
            <a:r>
              <a:rPr lang="sk-SK" b="1" dirty="0">
                <a:solidFill>
                  <a:srgbClr val="000000"/>
                </a:solidFill>
              </a:rPr>
              <a:t> 0.0.0.0 0.0.0.0 </a:t>
            </a:r>
            <a:r>
              <a:rPr lang="sk-SK" b="1" dirty="0" err="1">
                <a:solidFill>
                  <a:srgbClr val="000000"/>
                </a:solidFill>
              </a:rPr>
              <a:t>serial</a:t>
            </a:r>
            <a:r>
              <a:rPr lang="sk-SK" b="1" dirty="0">
                <a:solidFill>
                  <a:srgbClr val="000000"/>
                </a:solidFill>
              </a:rPr>
              <a:t> 0/0/0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sk-SK" b="1" dirty="0">
                <a:solidFill>
                  <a:srgbClr val="000000"/>
                </a:solidFill>
              </a:rPr>
              <a:t> </a:t>
            </a:r>
            <a:endParaRPr lang="sk-SK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configure an </a:t>
            </a:r>
            <a:r>
              <a:rPr lang="en-US" dirty="0" err="1">
                <a:solidFill>
                  <a:srgbClr val="000000"/>
                </a:solidFill>
              </a:rPr>
              <a:t>IPv</a:t>
            </a:r>
            <a:r>
              <a:rPr lang="sk-SK" dirty="0">
                <a:solidFill>
                  <a:srgbClr val="000000"/>
                </a:solidFill>
              </a:rPr>
              <a:t>6</a:t>
            </a:r>
            <a:r>
              <a:rPr lang="en-US" dirty="0">
                <a:solidFill>
                  <a:srgbClr val="000000"/>
                </a:solidFill>
              </a:rPr>
              <a:t> default gateway on a </a:t>
            </a:r>
            <a:r>
              <a:rPr lang="sk-SK" dirty="0">
                <a:solidFill>
                  <a:srgbClr val="000000"/>
                </a:solidFill>
              </a:rPr>
              <a:t>router</a:t>
            </a:r>
            <a:r>
              <a:rPr lang="en-US" dirty="0">
                <a:solidFill>
                  <a:srgbClr val="000000"/>
                </a:solidFill>
              </a:rPr>
              <a:t>, use the global configuration command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r>
              <a:rPr lang="en-US" b="1" dirty="0" err="1">
                <a:solidFill>
                  <a:srgbClr val="000000"/>
                </a:solidFill>
              </a:rPr>
              <a:t>ip</a:t>
            </a:r>
            <a:r>
              <a:rPr lang="sk-SK" b="1" dirty="0">
                <a:solidFill>
                  <a:srgbClr val="000000"/>
                </a:solidFill>
              </a:rPr>
              <a:t>v6 </a:t>
            </a:r>
            <a:r>
              <a:rPr lang="sk-SK" b="1" dirty="0" err="1">
                <a:solidFill>
                  <a:srgbClr val="000000"/>
                </a:solidFill>
              </a:rPr>
              <a:t>route</a:t>
            </a:r>
            <a:r>
              <a:rPr lang="sk-SK" b="1" dirty="0">
                <a:solidFill>
                  <a:srgbClr val="000000"/>
                </a:solidFill>
              </a:rPr>
              <a:t> ::/0 </a:t>
            </a:r>
            <a:r>
              <a:rPr lang="sk-SK" b="1" dirty="0" err="1">
                <a:solidFill>
                  <a:srgbClr val="000000"/>
                </a:solidFill>
              </a:rPr>
              <a:t>serial</a:t>
            </a:r>
            <a:r>
              <a:rPr lang="sk-SK" b="1" dirty="0">
                <a:solidFill>
                  <a:srgbClr val="000000"/>
                </a:solidFill>
              </a:rPr>
              <a:t> 0/0/0</a:t>
            </a:r>
            <a:endParaRPr lang="sk-SK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7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1826644144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21397</TotalTime>
  <Words>5303</Words>
  <Application>Microsoft Macintosh PowerPoint</Application>
  <PresentationFormat>Prezentácia na obrazovke (16:9)</PresentationFormat>
  <Paragraphs>740</Paragraphs>
  <Slides>61</Slides>
  <Notes>61</Notes>
  <HiddenSlides>1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61</vt:i4>
      </vt:variant>
    </vt:vector>
  </HeadingPairs>
  <TitlesOfParts>
    <vt:vector size="67" baseType="lpstr">
      <vt:lpstr>Arial</vt:lpstr>
      <vt:lpstr>Calibri</vt:lpstr>
      <vt:lpstr>CiscoSans ExtraLight</vt:lpstr>
      <vt:lpstr>Courier New</vt:lpstr>
      <vt:lpstr>Wingdings</vt:lpstr>
      <vt:lpstr>Default Theme</vt:lpstr>
      <vt:lpstr>Module 8: Network Layer</vt:lpstr>
      <vt:lpstr>8.1 Network Layer Characteristics</vt:lpstr>
      <vt:lpstr>Network Layer Characteristics The Network Layer</vt:lpstr>
      <vt:lpstr>Network Layer Characteristics IP Encapsulation</vt:lpstr>
      <vt:lpstr>Network Layer Characteristics Characteristics of IP</vt:lpstr>
      <vt:lpstr>Network Layer Characteristics Connectionless</vt:lpstr>
      <vt:lpstr>Network Layer Characteristics Best Effort</vt:lpstr>
      <vt:lpstr>Network Layer Characteristics Media Independent</vt:lpstr>
      <vt:lpstr>Network Layer Characteristics Media Independent (Contd.)</vt:lpstr>
      <vt:lpstr>8.2 IPv4 Packet</vt:lpstr>
      <vt:lpstr>IPv4 Packet IPv4 Packet Header</vt:lpstr>
      <vt:lpstr>IPv4 Packet IPv4 Packet Header Fields</vt:lpstr>
      <vt:lpstr>IPv4 Packet IPv4 Packet Header Fields</vt:lpstr>
      <vt:lpstr>8.3 IPv6 Packets</vt:lpstr>
      <vt:lpstr>IPv6 Packets Limitations of IPv4</vt:lpstr>
      <vt:lpstr>IPv6 Packets IPv6 Overview</vt:lpstr>
      <vt:lpstr>IPv6 Packets IPv4 Packet Header Fields in the IPv6 Packet Header</vt:lpstr>
      <vt:lpstr>IPv6 Packets IPv6 Packet Header</vt:lpstr>
      <vt:lpstr>IPv6 Packets IPv6 Packet Header (Cont.)</vt:lpstr>
      <vt:lpstr>8.4 How a Host Routes</vt:lpstr>
      <vt:lpstr>How a Host Routes Host Forwarding Decision</vt:lpstr>
      <vt:lpstr>How a Host Routes Host Forwarding Decision (Cont.)</vt:lpstr>
      <vt:lpstr>How a Host Routes Default Gateway</vt:lpstr>
      <vt:lpstr>How a Host Routes A Host Routes to the Default Gateway</vt:lpstr>
      <vt:lpstr>How a Host Routes  Host Routing Tables</vt:lpstr>
      <vt:lpstr>8.5 Introduction to Routing</vt:lpstr>
      <vt:lpstr>Introduction to Routing Router Packet Forwarding Decision</vt:lpstr>
      <vt:lpstr>Introduction to Routing IP Router Routing Table</vt:lpstr>
      <vt:lpstr>Introduction to Routing Static Routing</vt:lpstr>
      <vt:lpstr>Introduction to Routing Dynamic Routing</vt:lpstr>
      <vt:lpstr>Introduction to Routing Introduction to an IPv4 Routing Table</vt:lpstr>
      <vt:lpstr>Module 9: Address Resolution</vt:lpstr>
      <vt:lpstr>9.1 MAC and IP</vt:lpstr>
      <vt:lpstr>MAC and IP Destination on Same Network</vt:lpstr>
      <vt:lpstr>MAC and IP Destination on Remote Network</vt:lpstr>
      <vt:lpstr>9.2 ARP</vt:lpstr>
      <vt:lpstr>ARP ARP Overview</vt:lpstr>
      <vt:lpstr>ARP ARP Functions</vt:lpstr>
      <vt:lpstr>ARP Removing Entries from an ARP Table</vt:lpstr>
      <vt:lpstr>ARP ARP Tables on Networking Devices</vt:lpstr>
      <vt:lpstr>ARP ARP Issues – ARP Broadcasting and ARP Spoofing</vt:lpstr>
      <vt:lpstr>IPv6 Neighbor Discovery IPv6 Neighbor Discovery Messages</vt:lpstr>
      <vt:lpstr>IPv6 Neighbor Discovery IPv6 Neighbor Discovery – Address Resolution</vt:lpstr>
      <vt:lpstr>Module 10: Basic Router Configuration</vt:lpstr>
      <vt:lpstr>10.1 Configure Initial Router Settings</vt:lpstr>
      <vt:lpstr>Configure Initial Router Settings Basic Router Configuration Steps</vt:lpstr>
      <vt:lpstr>Configure Initial Router Settings Basic Router Configuration Example</vt:lpstr>
      <vt:lpstr>10.2 Configure Interfaces</vt:lpstr>
      <vt:lpstr>Configure Interfaces Configure Router Interfaces Example</vt:lpstr>
      <vt:lpstr>Configure Interfaces Configure Router Interfaces Example (Cont.)</vt:lpstr>
      <vt:lpstr>Configure Interfaces Verify Interface Configuration</vt:lpstr>
      <vt:lpstr>Configure Interfaces Configure Verification Commands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10.3 Configure the Default Gateway</vt:lpstr>
      <vt:lpstr>Configure the Default Gateway Default Gateway on a Host</vt:lpstr>
      <vt:lpstr>Configure the Default Gateway Default Gateway on a Switch</vt:lpstr>
      <vt:lpstr>Configure the Default Gateway Default Gateway on a Router</vt:lpstr>
      <vt:lpstr>Prezentácia programu PowerPoint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Baráth, Július</cp:lastModifiedBy>
  <cp:revision>1031</cp:revision>
  <dcterms:created xsi:type="dcterms:W3CDTF">2016-08-22T22:27:36Z</dcterms:created>
  <dcterms:modified xsi:type="dcterms:W3CDTF">2024-03-05T09:10:14Z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