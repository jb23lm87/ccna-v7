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tags/tag3.xml" ContentType="application/vnd.openxmlformats-officedocument.presentationml.tags+xml"/>
  <Override PartName="/ppt/notesSlides/notesSlide2.xml" ContentType="application/vnd.openxmlformats-officedocument.presentationml.notesSlide+xml"/>
  <Override PartName="/ppt/tags/tag4.xml" ContentType="application/vnd.openxmlformats-officedocument.presentationml.tags+xml"/>
  <Override PartName="/ppt/notesSlides/notesSlide3.xml" ContentType="application/vnd.openxmlformats-officedocument.presentationml.notesSlide+xml"/>
  <Override PartName="/ppt/tags/tag5.xml" ContentType="application/vnd.openxmlformats-officedocument.presentationml.tags+xml"/>
  <Override PartName="/ppt/notesSlides/notesSlide4.xml" ContentType="application/vnd.openxmlformats-officedocument.presentationml.notesSlide+xml"/>
  <Override PartName="/ppt/tags/tag6.xml" ContentType="application/vnd.openxmlformats-officedocument.presentationml.tags+xml"/>
  <Override PartName="/ppt/notesSlides/notesSlide5.xml" ContentType="application/vnd.openxmlformats-officedocument.presentationml.notesSlide+xml"/>
  <Override PartName="/ppt/tags/tag7.xml" ContentType="application/vnd.openxmlformats-officedocument.presentationml.tags+xml"/>
  <Override PartName="/ppt/notesSlides/notesSlide6.xml" ContentType="application/vnd.openxmlformats-officedocument.presentationml.notesSlide+xml"/>
  <Override PartName="/ppt/tags/tag8.xml" ContentType="application/vnd.openxmlformats-officedocument.presentationml.tags+xml"/>
  <Override PartName="/ppt/notesSlides/notesSlide7.xml" ContentType="application/vnd.openxmlformats-officedocument.presentationml.notesSlide+xml"/>
  <Override PartName="/ppt/tags/tag9.xml" ContentType="application/vnd.openxmlformats-officedocument.presentationml.tags+xml"/>
  <Override PartName="/ppt/notesSlides/notesSlide8.xml" ContentType="application/vnd.openxmlformats-officedocument.presentationml.notesSlide+xml"/>
  <Override PartName="/ppt/tags/tag10.xml" ContentType="application/vnd.openxmlformats-officedocument.presentationml.tags+xml"/>
  <Override PartName="/ppt/notesSlides/notesSlide9.xml" ContentType="application/vnd.openxmlformats-officedocument.presentationml.notesSlide+xml"/>
  <Override PartName="/ppt/tags/tag11.xml" ContentType="application/vnd.openxmlformats-officedocument.presentationml.tags+xml"/>
  <Override PartName="/ppt/notesSlides/notesSlide10.xml" ContentType="application/vnd.openxmlformats-officedocument.presentationml.notesSlide+xml"/>
  <Override PartName="/ppt/tags/tag12.xml" ContentType="application/vnd.openxmlformats-officedocument.presentationml.tags+xml"/>
  <Override PartName="/ppt/notesSlides/notesSlide11.xml" ContentType="application/vnd.openxmlformats-officedocument.presentationml.notesSlide+xml"/>
  <Override PartName="/ppt/tags/tag13.xml" ContentType="application/vnd.openxmlformats-officedocument.presentationml.tags+xml"/>
  <Override PartName="/ppt/notesSlides/notesSlide12.xml" ContentType="application/vnd.openxmlformats-officedocument.presentationml.notesSlide+xml"/>
  <Override PartName="/ppt/tags/tag14.xml" ContentType="application/vnd.openxmlformats-officedocument.presentationml.tags+xml"/>
  <Override PartName="/ppt/notesSlides/notesSlide13.xml" ContentType="application/vnd.openxmlformats-officedocument.presentationml.notesSlide+xml"/>
  <Override PartName="/ppt/tags/tag15.xml" ContentType="application/vnd.openxmlformats-officedocument.presentationml.tags+xml"/>
  <Override PartName="/ppt/notesSlides/notesSlide14.xml" ContentType="application/vnd.openxmlformats-officedocument.presentationml.notesSlide+xml"/>
  <Override PartName="/ppt/tags/tag16.xml" ContentType="application/vnd.openxmlformats-officedocument.presentationml.tags+xml"/>
  <Override PartName="/ppt/notesSlides/notesSlide15.xml" ContentType="application/vnd.openxmlformats-officedocument.presentationml.notesSlide+xml"/>
  <Override PartName="/ppt/tags/tag17.xml" ContentType="application/vnd.openxmlformats-officedocument.presentationml.tags+xml"/>
  <Override PartName="/ppt/notesSlides/notesSlide16.xml" ContentType="application/vnd.openxmlformats-officedocument.presentationml.notesSlide+xml"/>
  <Override PartName="/ppt/tags/tag18.xml" ContentType="application/vnd.openxmlformats-officedocument.presentationml.tags+xml"/>
  <Override PartName="/ppt/notesSlides/notesSlide17.xml" ContentType="application/vnd.openxmlformats-officedocument.presentationml.notesSlide+xml"/>
  <Override PartName="/ppt/tags/tag19.xml" ContentType="application/vnd.openxmlformats-officedocument.presentationml.tags+xml"/>
  <Override PartName="/ppt/notesSlides/notesSlide18.xml" ContentType="application/vnd.openxmlformats-officedocument.presentationml.notesSlide+xml"/>
  <Override PartName="/ppt/tags/tag20.xml" ContentType="application/vnd.openxmlformats-officedocument.presentationml.tags+xml"/>
  <Override PartName="/ppt/notesSlides/notesSlide19.xml" ContentType="application/vnd.openxmlformats-officedocument.presentationml.notesSlide+xml"/>
  <Override PartName="/ppt/tags/tag21.xml" ContentType="application/vnd.openxmlformats-officedocument.presentationml.tags+xml"/>
  <Override PartName="/ppt/notesSlides/notesSlide20.xml" ContentType="application/vnd.openxmlformats-officedocument.presentationml.notesSlide+xml"/>
  <Override PartName="/ppt/tags/tag22.xml" ContentType="application/vnd.openxmlformats-officedocument.presentationml.tags+xml"/>
  <Override PartName="/ppt/notesSlides/notesSlide21.xml" ContentType="application/vnd.openxmlformats-officedocument.presentationml.notesSlide+xml"/>
  <Override PartName="/ppt/tags/tag23.xml" ContentType="application/vnd.openxmlformats-officedocument.presentationml.tags+xml"/>
  <Override PartName="/ppt/notesSlides/notesSlide22.xml" ContentType="application/vnd.openxmlformats-officedocument.presentationml.notesSlide+xml"/>
  <Override PartName="/ppt/tags/tag24.xml" ContentType="application/vnd.openxmlformats-officedocument.presentationml.tags+xml"/>
  <Override PartName="/ppt/notesSlides/notesSlide23.xml" ContentType="application/vnd.openxmlformats-officedocument.presentationml.notesSlide+xml"/>
  <Override PartName="/ppt/tags/tag25.xml" ContentType="application/vnd.openxmlformats-officedocument.presentationml.tags+xml"/>
  <Override PartName="/ppt/notesSlides/notesSlide24.xml" ContentType="application/vnd.openxmlformats-officedocument.presentationml.notesSlide+xml"/>
  <Override PartName="/ppt/tags/tag26.xml" ContentType="application/vnd.openxmlformats-officedocument.presentationml.tags+xml"/>
  <Override PartName="/ppt/notesSlides/notesSlide25.xml" ContentType="application/vnd.openxmlformats-officedocument.presentationml.notesSlide+xml"/>
  <Override PartName="/ppt/tags/tag27.xml" ContentType="application/vnd.openxmlformats-officedocument.presentationml.tags+xml"/>
  <Override PartName="/ppt/notesSlides/notesSlide26.xml" ContentType="application/vnd.openxmlformats-officedocument.presentationml.notesSlide+xml"/>
  <Override PartName="/ppt/tags/tag28.xml" ContentType="application/vnd.openxmlformats-officedocument.presentationml.tags+xml"/>
  <Override PartName="/ppt/notesSlides/notesSlide27.xml" ContentType="application/vnd.openxmlformats-officedocument.presentationml.notesSlide+xml"/>
  <Override PartName="/ppt/tags/tag29.xml" ContentType="application/vnd.openxmlformats-officedocument.presentationml.tags+xml"/>
  <Override PartName="/ppt/notesSlides/notesSlide28.xml" ContentType="application/vnd.openxmlformats-officedocument.presentationml.notesSlide+xml"/>
  <Override PartName="/ppt/tags/tag30.xml" ContentType="application/vnd.openxmlformats-officedocument.presentationml.tags+xml"/>
  <Override PartName="/ppt/notesSlides/notesSlide29.xml" ContentType="application/vnd.openxmlformats-officedocument.presentationml.notesSlide+xml"/>
  <Override PartName="/ppt/tags/tag31.xml" ContentType="application/vnd.openxmlformats-officedocument.presentationml.tags+xml"/>
  <Override PartName="/ppt/notesSlides/notesSlide3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0" r:id="rId1"/>
  </p:sldMasterIdLst>
  <p:notesMasterIdLst>
    <p:notesMasterId r:id="rId33"/>
  </p:notesMasterIdLst>
  <p:sldIdLst>
    <p:sldId id="876" r:id="rId2"/>
    <p:sldId id="860" r:id="rId3"/>
    <p:sldId id="759" r:id="rId4"/>
    <p:sldId id="1108" r:id="rId5"/>
    <p:sldId id="1210" r:id="rId6"/>
    <p:sldId id="1211" r:id="rId7"/>
    <p:sldId id="1212" r:id="rId8"/>
    <p:sldId id="1213" r:id="rId9"/>
    <p:sldId id="1230" r:id="rId10"/>
    <p:sldId id="1056" r:id="rId11"/>
    <p:sldId id="1187" r:id="rId12"/>
    <p:sldId id="1215" r:id="rId13"/>
    <p:sldId id="1216" r:id="rId14"/>
    <p:sldId id="1217" r:id="rId15"/>
    <p:sldId id="1218" r:id="rId16"/>
    <p:sldId id="1219" r:id="rId17"/>
    <p:sldId id="1220" r:id="rId18"/>
    <p:sldId id="1103" r:id="rId19"/>
    <p:sldId id="1189" r:id="rId20"/>
    <p:sldId id="1221" r:id="rId21"/>
    <p:sldId id="1104" r:id="rId22"/>
    <p:sldId id="1194" r:id="rId23"/>
    <p:sldId id="1222" r:id="rId24"/>
    <p:sldId id="1223" r:id="rId25"/>
    <p:sldId id="1224" r:id="rId26"/>
    <p:sldId id="1225" r:id="rId27"/>
    <p:sldId id="1226" r:id="rId28"/>
    <p:sldId id="1227" r:id="rId29"/>
    <p:sldId id="1228" r:id="rId30"/>
    <p:sldId id="1229" r:id="rId31"/>
    <p:sldId id="291" r:id="rId32"/>
  </p:sldIdLst>
  <p:sldSz cx="9144000" cy="5143500" type="screen16x9"/>
  <p:notesSz cx="6858000" cy="9144000"/>
  <p:custDataLst>
    <p:tags r:id="rId34"/>
  </p:custDataLst>
  <p:defaultTextStyle>
    <a:defPPr>
      <a:defRPr lang="en-US"/>
    </a:defPPr>
    <a:lvl1pPr algn="l" defTabSz="457200"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defTabSz="457200"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defTabSz="457200"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defTabSz="457200"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defTabSz="457200"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1620">
          <p15:clr>
            <a:srgbClr val="A4A3A4"/>
          </p15:clr>
        </p15:guide>
        <p15:guide id="2" pos="336">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Barbara Reif" initials="BR" lastIdx="3" clrIdx="0"/>
  <p:cmAuthor id="1" name="Jane Gibbons -X (jagibbon - DEL ORO CONSULTING INC at Cisco)" initials="JG-(-DOCIaC" lastIdx="28" clrIdx="1">
    <p:extLst>
      <p:ext uri="{19B8F6BF-5375-455C-9EA6-DF929625EA0E}">
        <p15:presenceInfo xmlns:p15="http://schemas.microsoft.com/office/powerpoint/2012/main" userId="S-1-5-21-1708537768-1303643608-725345543-200204" providerId="AD"/>
      </p:ext>
    </p:extLst>
  </p:cmAuthor>
  <p:cmAuthor id="2" name="Bob Vachon" initials="BV" lastIdx="24" clrIdx="2">
    <p:extLst>
      <p:ext uri="{19B8F6BF-5375-455C-9EA6-DF929625EA0E}">
        <p15:presenceInfo xmlns:p15="http://schemas.microsoft.com/office/powerpoint/2012/main" userId="c7abe87968a0b633" providerId="Windows Live"/>
      </p:ext>
    </p:extLst>
  </p:cmAuthor>
  <p:cmAuthor id="3" name="Sue Livingston -X (suliving - UNICON INC at Cisco)" initials="SL-(-UIaC" lastIdx="15" clrIdx="3">
    <p:extLst>
      <p:ext uri="{19B8F6BF-5375-455C-9EA6-DF929625EA0E}">
        <p15:presenceInfo xmlns:p15="http://schemas.microsoft.com/office/powerpoint/2012/main" userId="S::suliving@cisco.com::dc701d48-dd51-411a-9041-b7f1328f1486" providerId="AD"/>
      </p:ext>
    </p:extLst>
  </p:cmAuthor>
  <p:cmAuthor id="4" name="jagibbon" initials="jmg" lastIdx="8" clrIdx="4">
    <p:extLst>
      <p:ext uri="{19B8F6BF-5375-455C-9EA6-DF929625EA0E}">
        <p15:presenceInfo xmlns:p15="http://schemas.microsoft.com/office/powerpoint/2012/main" userId="jagibbo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CC"/>
    <a:srgbClr val="000000"/>
    <a:srgbClr val="000099"/>
    <a:srgbClr val="CC99FF"/>
    <a:srgbClr val="CC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BD82040-2504-7C4E-B51B-F9940E0CA239}" v="7" dt="2025-09-08T11:17:17.511"/>
    <p1510:client id="{FD3D457B-8618-4512-1622-9069599290E4}" v="13" dt="2025-09-09T07:14:10.49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012" autoAdjust="0"/>
    <p:restoredTop sz="96327" autoAdjust="0"/>
  </p:normalViewPr>
  <p:slideViewPr>
    <p:cSldViewPr snapToGrid="0" showGuides="1">
      <p:cViewPr varScale="1">
        <p:scale>
          <a:sx n="201" d="100"/>
          <a:sy n="201" d="100"/>
        </p:scale>
        <p:origin x="264" y="640"/>
      </p:cViewPr>
      <p:guideLst>
        <p:guide orient="horz" pos="1620"/>
        <p:guide pos="336"/>
      </p:guideLst>
    </p:cSldViewPr>
  </p:slideViewPr>
  <p:outlineViewPr>
    <p:cViewPr>
      <p:scale>
        <a:sx n="33" d="100"/>
        <a:sy n="33" d="100"/>
      </p:scale>
      <p:origin x="0" y="-226704"/>
    </p:cViewPr>
  </p:outlineViewPr>
  <p:notesTextViewPr>
    <p:cViewPr>
      <p:scale>
        <a:sx n="1" d="1"/>
        <a:sy n="1" d="1"/>
      </p:scale>
      <p:origin x="0" y="0"/>
    </p:cViewPr>
  </p:notesTextViewPr>
  <p:sorterViewPr>
    <p:cViewPr>
      <p:scale>
        <a:sx n="111" d="100"/>
        <a:sy n="111"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tags" Target="tags/tag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commentAuthors" Target="commentAuthor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úlius Baráth" userId="e650c4ab-697e-4750-bd58-c1531aabce95" providerId="ADAL" clId="{0C5D8288-9D99-4D46-882D-6D479BC8E07E}"/>
    <pc:docChg chg="undo custSel delSld modSld">
      <pc:chgData name="Július Baráth" userId="e650c4ab-697e-4750-bd58-c1531aabce95" providerId="ADAL" clId="{0C5D8288-9D99-4D46-882D-6D479BC8E07E}" dt="2020-09-07T07:07:02.540" v="125" actId="207"/>
      <pc:docMkLst>
        <pc:docMk/>
      </pc:docMkLst>
      <pc:sldChg chg="del">
        <pc:chgData name="Július Baráth" userId="e650c4ab-697e-4750-bd58-c1531aabce95" providerId="ADAL" clId="{0C5D8288-9D99-4D46-882D-6D479BC8E07E}" dt="2020-09-07T06:39:43.441" v="0" actId="2696"/>
        <pc:sldMkLst>
          <pc:docMk/>
          <pc:sldMk cId="343650477" sldId="513"/>
        </pc:sldMkLst>
      </pc:sldChg>
      <pc:sldChg chg="del">
        <pc:chgData name="Július Baráth" userId="e650c4ab-697e-4750-bd58-c1531aabce95" providerId="ADAL" clId="{0C5D8288-9D99-4D46-882D-6D479BC8E07E}" dt="2020-09-07T06:39:43.467" v="3" actId="2696"/>
        <pc:sldMkLst>
          <pc:docMk/>
          <pc:sldMk cId="2145273728" sldId="763"/>
        </pc:sldMkLst>
      </pc:sldChg>
      <pc:sldChg chg="del">
        <pc:chgData name="Július Baráth" userId="e650c4ab-697e-4750-bd58-c1531aabce95" providerId="ADAL" clId="{0C5D8288-9D99-4D46-882D-6D479BC8E07E}" dt="2020-09-07T06:40:03.085" v="12" actId="2696"/>
        <pc:sldMkLst>
          <pc:docMk/>
          <pc:sldMk cId="3271745509" sldId="874"/>
        </pc:sldMkLst>
      </pc:sldChg>
      <pc:sldChg chg="del">
        <pc:chgData name="Július Baráth" userId="e650c4ab-697e-4750-bd58-c1531aabce95" providerId="ADAL" clId="{0C5D8288-9D99-4D46-882D-6D479BC8E07E}" dt="2020-09-07T06:40:03.065" v="8" actId="2696"/>
        <pc:sldMkLst>
          <pc:docMk/>
          <pc:sldMk cId="410599242" sldId="957"/>
        </pc:sldMkLst>
      </pc:sldChg>
      <pc:sldChg chg="del">
        <pc:chgData name="Július Baráth" userId="e650c4ab-697e-4750-bd58-c1531aabce95" providerId="ADAL" clId="{0C5D8288-9D99-4D46-882D-6D479BC8E07E}" dt="2020-09-07T06:39:43.481" v="5" actId="2696"/>
        <pc:sldMkLst>
          <pc:docMk/>
          <pc:sldMk cId="2109317603" sldId="1052"/>
        </pc:sldMkLst>
      </pc:sldChg>
      <pc:sldChg chg="del">
        <pc:chgData name="Július Baráth" userId="e650c4ab-697e-4750-bd58-c1531aabce95" providerId="ADAL" clId="{0C5D8288-9D99-4D46-882D-6D479BC8E07E}" dt="2020-09-07T06:39:43.495" v="7" actId="2696"/>
        <pc:sldMkLst>
          <pc:docMk/>
          <pc:sldMk cId="1129576059" sldId="1069"/>
        </pc:sldMkLst>
      </pc:sldChg>
      <pc:sldChg chg="del">
        <pc:chgData name="Július Baráth" userId="e650c4ab-697e-4750-bd58-c1531aabce95" providerId="ADAL" clId="{0C5D8288-9D99-4D46-882D-6D479BC8E07E}" dt="2020-09-07T06:40:03.076" v="10" actId="2696"/>
        <pc:sldMkLst>
          <pc:docMk/>
          <pc:sldMk cId="2929623157" sldId="1138"/>
        </pc:sldMkLst>
      </pc:sldChg>
      <pc:sldChg chg="del">
        <pc:chgData name="Július Baráth" userId="e650c4ab-697e-4750-bd58-c1531aabce95" providerId="ADAL" clId="{0C5D8288-9D99-4D46-882D-6D479BC8E07E}" dt="2020-09-07T06:39:43.450" v="1" actId="2696"/>
        <pc:sldMkLst>
          <pc:docMk/>
          <pc:sldMk cId="2625469064" sldId="1209"/>
        </pc:sldMkLst>
      </pc:sldChg>
      <pc:sldChg chg="del">
        <pc:chgData name="Július Baráth" userId="e650c4ab-697e-4750-bd58-c1531aabce95" providerId="ADAL" clId="{0C5D8288-9D99-4D46-882D-6D479BC8E07E}" dt="2020-09-07T06:42:56.995" v="13" actId="2696"/>
        <pc:sldMkLst>
          <pc:docMk/>
          <pc:sldMk cId="21925244" sldId="1214"/>
        </pc:sldMkLst>
      </pc:sldChg>
      <pc:sldChg chg="modSp mod">
        <pc:chgData name="Július Baráth" userId="e650c4ab-697e-4750-bd58-c1531aabce95" providerId="ADAL" clId="{0C5D8288-9D99-4D46-882D-6D479BC8E07E}" dt="2020-09-07T06:45:31.712" v="80" actId="6549"/>
        <pc:sldMkLst>
          <pc:docMk/>
          <pc:sldMk cId="3601600761" sldId="1216"/>
        </pc:sldMkLst>
      </pc:sldChg>
      <pc:sldChg chg="modSp mod">
        <pc:chgData name="Július Baráth" userId="e650c4ab-697e-4750-bd58-c1531aabce95" providerId="ADAL" clId="{0C5D8288-9D99-4D46-882D-6D479BC8E07E}" dt="2020-09-07T06:47:59.592" v="86" actId="13926"/>
        <pc:sldMkLst>
          <pc:docMk/>
          <pc:sldMk cId="2398536691" sldId="1218"/>
        </pc:sldMkLst>
      </pc:sldChg>
      <pc:sldChg chg="modSp mod">
        <pc:chgData name="Július Baráth" userId="e650c4ab-697e-4750-bd58-c1531aabce95" providerId="ADAL" clId="{0C5D8288-9D99-4D46-882D-6D479BC8E07E}" dt="2020-09-07T06:51:27.671" v="97" actId="6549"/>
        <pc:sldMkLst>
          <pc:docMk/>
          <pc:sldMk cId="1205276961" sldId="1222"/>
        </pc:sldMkLst>
      </pc:sldChg>
      <pc:sldChg chg="addSp modSp mod modAnim">
        <pc:chgData name="Július Baráth" userId="e650c4ab-697e-4750-bd58-c1531aabce95" providerId="ADAL" clId="{0C5D8288-9D99-4D46-882D-6D479BC8E07E}" dt="2020-09-07T07:05:30.170" v="122"/>
        <pc:sldMkLst>
          <pc:docMk/>
          <pc:sldMk cId="612360075" sldId="1226"/>
        </pc:sldMkLst>
      </pc:sldChg>
      <pc:sldChg chg="modSp">
        <pc:chgData name="Július Baráth" userId="e650c4ab-697e-4750-bd58-c1531aabce95" providerId="ADAL" clId="{0C5D8288-9D99-4D46-882D-6D479BC8E07E}" dt="2020-09-07T07:06:50.865" v="124" actId="207"/>
        <pc:sldMkLst>
          <pc:docMk/>
          <pc:sldMk cId="2663240714" sldId="1227"/>
        </pc:sldMkLst>
      </pc:sldChg>
      <pc:sldChg chg="addSp modSp mod modAnim">
        <pc:chgData name="Július Baráth" userId="e650c4ab-697e-4750-bd58-c1531aabce95" providerId="ADAL" clId="{0C5D8288-9D99-4D46-882D-6D479BC8E07E}" dt="2020-09-07T07:06:06.291" v="123"/>
        <pc:sldMkLst>
          <pc:docMk/>
          <pc:sldMk cId="3946700643" sldId="1228"/>
        </pc:sldMkLst>
      </pc:sldChg>
      <pc:sldChg chg="addSp delSp modSp mod">
        <pc:chgData name="Július Baráth" userId="e650c4ab-697e-4750-bd58-c1531aabce95" providerId="ADAL" clId="{0C5D8288-9D99-4D46-882D-6D479BC8E07E}" dt="2020-09-07T07:07:02.540" v="125" actId="207"/>
        <pc:sldMkLst>
          <pc:docMk/>
          <pc:sldMk cId="1861984881" sldId="1229"/>
        </pc:sldMkLst>
      </pc:sldChg>
      <pc:sldChg chg="del">
        <pc:chgData name="Július Baráth" userId="e650c4ab-697e-4750-bd58-c1531aabce95" providerId="ADAL" clId="{0C5D8288-9D99-4D46-882D-6D479BC8E07E}" dt="2020-09-07T06:40:03.080" v="11" actId="2696"/>
        <pc:sldMkLst>
          <pc:docMk/>
          <pc:sldMk cId="3394755132" sldId="1230"/>
        </pc:sldMkLst>
      </pc:sldChg>
      <pc:sldChg chg="del">
        <pc:chgData name="Július Baráth" userId="e650c4ab-697e-4750-bd58-c1531aabce95" providerId="ADAL" clId="{0C5D8288-9D99-4D46-882D-6D479BC8E07E}" dt="2020-09-07T06:40:03.071" v="9" actId="2696"/>
        <pc:sldMkLst>
          <pc:docMk/>
          <pc:sldMk cId="1482584563" sldId="1231"/>
        </pc:sldMkLst>
      </pc:sldChg>
      <pc:sldChg chg="del">
        <pc:chgData name="Július Baráth" userId="e650c4ab-697e-4750-bd58-c1531aabce95" providerId="ADAL" clId="{0C5D8288-9D99-4D46-882D-6D479BC8E07E}" dt="2020-09-07T06:39:43.488" v="6" actId="2696"/>
        <pc:sldMkLst>
          <pc:docMk/>
          <pc:sldMk cId="861392344" sldId="1418"/>
        </pc:sldMkLst>
      </pc:sldChg>
      <pc:sldChg chg="del">
        <pc:chgData name="Július Baráth" userId="e650c4ab-697e-4750-bd58-c1531aabce95" providerId="ADAL" clId="{0C5D8288-9D99-4D46-882D-6D479BC8E07E}" dt="2020-09-07T06:39:43.475" v="4" actId="2696"/>
        <pc:sldMkLst>
          <pc:docMk/>
          <pc:sldMk cId="4253169216" sldId="1419"/>
        </pc:sldMkLst>
      </pc:sldChg>
      <pc:sldChg chg="del">
        <pc:chgData name="Július Baráth" userId="e650c4ab-697e-4750-bd58-c1531aabce95" providerId="ADAL" clId="{0C5D8288-9D99-4D46-882D-6D479BC8E07E}" dt="2020-09-07T06:39:43.460" v="2" actId="2696"/>
        <pc:sldMkLst>
          <pc:docMk/>
          <pc:sldMk cId="391837703" sldId="1420"/>
        </pc:sldMkLst>
      </pc:sldChg>
    </pc:docChg>
  </pc:docChgLst>
  <pc:docChgLst>
    <pc:chgData name="Baráth, Július" userId="aebde9b9-dccc-4475-a9ac-c05e78323d7a" providerId="ADAL" clId="{3E938719-1F35-2C41-BF89-53383CDEF4E7}"/>
    <pc:docChg chg="modSld">
      <pc:chgData name="Baráth, Július" userId="aebde9b9-dccc-4475-a9ac-c05e78323d7a" providerId="ADAL" clId="{3E938719-1F35-2C41-BF89-53383CDEF4E7}" dt="2024-09-09T09:25:03.073" v="7" actId="115"/>
      <pc:docMkLst>
        <pc:docMk/>
      </pc:docMkLst>
      <pc:sldChg chg="modSp mod">
        <pc:chgData name="Baráth, Július" userId="aebde9b9-dccc-4475-a9ac-c05e78323d7a" providerId="ADAL" clId="{3E938719-1F35-2C41-BF89-53383CDEF4E7}" dt="2024-09-09T09:22:05.515" v="4" actId="20577"/>
        <pc:sldMkLst>
          <pc:docMk/>
          <pc:sldMk cId="4172338603" sldId="1211"/>
        </pc:sldMkLst>
      </pc:sldChg>
      <pc:sldChg chg="modSp mod">
        <pc:chgData name="Baráth, Július" userId="aebde9b9-dccc-4475-a9ac-c05e78323d7a" providerId="ADAL" clId="{3E938719-1F35-2C41-BF89-53383CDEF4E7}" dt="2024-09-09T09:25:03.073" v="7" actId="115"/>
        <pc:sldMkLst>
          <pc:docMk/>
          <pc:sldMk cId="4186470148" sldId="1213"/>
        </pc:sldMkLst>
      </pc:sldChg>
    </pc:docChg>
  </pc:docChgLst>
  <pc:docChgLst>
    <pc:chgData name="Baráth, Július" userId="aebde9b9-dccc-4475-a9ac-c05e78323d7a" providerId="ADAL" clId="{4A0811C8-ED2F-505E-B787-C8270CED5046}"/>
    <pc:docChg chg="custSel addSld modSld">
      <pc:chgData name="Baráth, Július" userId="aebde9b9-dccc-4475-a9ac-c05e78323d7a" providerId="ADAL" clId="{4A0811C8-ED2F-505E-B787-C8270CED5046}" dt="2025-09-08T11:25:01.386" v="284" actId="20577"/>
      <pc:docMkLst>
        <pc:docMk/>
      </pc:docMkLst>
      <pc:sldChg chg="modSp mod">
        <pc:chgData name="Baráth, Július" userId="aebde9b9-dccc-4475-a9ac-c05e78323d7a" providerId="ADAL" clId="{4A0811C8-ED2F-505E-B787-C8270CED5046}" dt="2025-09-08T11:11:07.086" v="199" actId="20577"/>
        <pc:sldMkLst>
          <pc:docMk/>
          <pc:sldMk cId="175850698" sldId="1187"/>
        </pc:sldMkLst>
        <pc:spChg chg="mod">
          <ac:chgData name="Baráth, Július" userId="aebde9b9-dccc-4475-a9ac-c05e78323d7a" providerId="ADAL" clId="{4A0811C8-ED2F-505E-B787-C8270CED5046}" dt="2025-09-08T11:11:07.086" v="199" actId="20577"/>
          <ac:spMkLst>
            <pc:docMk/>
            <pc:sldMk cId="175850698" sldId="1187"/>
            <ac:spMk id="5" creationId="{DEB470EA-293F-8845-8D0E-FC9F398E8352}"/>
          </ac:spMkLst>
        </pc:spChg>
      </pc:sldChg>
      <pc:sldChg chg="modSp mod">
        <pc:chgData name="Baráth, Július" userId="aebde9b9-dccc-4475-a9ac-c05e78323d7a" providerId="ADAL" clId="{4A0811C8-ED2F-505E-B787-C8270CED5046}" dt="2025-09-08T10:53:41.161" v="67" actId="113"/>
        <pc:sldMkLst>
          <pc:docMk/>
          <pc:sldMk cId="4172338603" sldId="1211"/>
        </pc:sldMkLst>
        <pc:spChg chg="mod">
          <ac:chgData name="Baráth, Július" userId="aebde9b9-dccc-4475-a9ac-c05e78323d7a" providerId="ADAL" clId="{4A0811C8-ED2F-505E-B787-C8270CED5046}" dt="2025-09-08T10:53:41.161" v="67" actId="113"/>
          <ac:spMkLst>
            <pc:docMk/>
            <pc:sldMk cId="4172338603" sldId="1211"/>
            <ac:spMk id="5" creationId="{C788ABE6-BB6E-DC4B-A849-9C7CB13E345C}"/>
          </ac:spMkLst>
        </pc:spChg>
      </pc:sldChg>
      <pc:sldChg chg="modSp mod">
        <pc:chgData name="Baráth, Július" userId="aebde9b9-dccc-4475-a9ac-c05e78323d7a" providerId="ADAL" clId="{4A0811C8-ED2F-505E-B787-C8270CED5046}" dt="2025-09-08T11:17:19.657" v="209" actId="20577"/>
        <pc:sldMkLst>
          <pc:docMk/>
          <pc:sldMk cId="3601600761" sldId="1216"/>
        </pc:sldMkLst>
        <pc:spChg chg="mod">
          <ac:chgData name="Baráth, Július" userId="aebde9b9-dccc-4475-a9ac-c05e78323d7a" providerId="ADAL" clId="{4A0811C8-ED2F-505E-B787-C8270CED5046}" dt="2025-09-08T11:17:19.657" v="209" actId="20577"/>
          <ac:spMkLst>
            <pc:docMk/>
            <pc:sldMk cId="3601600761" sldId="1216"/>
            <ac:spMk id="4" creationId="{EB9C83DA-E6D1-CE42-8B70-F0CD0E5EF39E}"/>
          </ac:spMkLst>
        </pc:spChg>
        <pc:graphicFrameChg chg="mod">
          <ac:chgData name="Baráth, Július" userId="aebde9b9-dccc-4475-a9ac-c05e78323d7a" providerId="ADAL" clId="{4A0811C8-ED2F-505E-B787-C8270CED5046}" dt="2025-09-08T11:16:32.975" v="201" actId="1076"/>
          <ac:graphicFrameMkLst>
            <pc:docMk/>
            <pc:sldMk cId="3601600761" sldId="1216"/>
            <ac:graphicFrameMk id="5" creationId="{E5331AB4-66C2-584A-B146-D6F7F488BE1A}"/>
          </ac:graphicFrameMkLst>
        </pc:graphicFrameChg>
      </pc:sldChg>
      <pc:sldChg chg="modSp mod">
        <pc:chgData name="Baráth, Július" userId="aebde9b9-dccc-4475-a9ac-c05e78323d7a" providerId="ADAL" clId="{4A0811C8-ED2F-505E-B787-C8270CED5046}" dt="2025-09-08T11:17:54.428" v="210" actId="20577"/>
        <pc:sldMkLst>
          <pc:docMk/>
          <pc:sldMk cId="2450467756" sldId="1217"/>
        </pc:sldMkLst>
        <pc:spChg chg="mod">
          <ac:chgData name="Baráth, Július" userId="aebde9b9-dccc-4475-a9ac-c05e78323d7a" providerId="ADAL" clId="{4A0811C8-ED2F-505E-B787-C8270CED5046}" dt="2025-09-08T11:17:54.428" v="210" actId="20577"/>
          <ac:spMkLst>
            <pc:docMk/>
            <pc:sldMk cId="2450467756" sldId="1217"/>
            <ac:spMk id="6" creationId="{EE083216-2A47-8145-8DCA-804C1D5363C8}"/>
          </ac:spMkLst>
        </pc:spChg>
      </pc:sldChg>
      <pc:sldChg chg="modSp mod">
        <pc:chgData name="Baráth, Július" userId="aebde9b9-dccc-4475-a9ac-c05e78323d7a" providerId="ADAL" clId="{4A0811C8-ED2F-505E-B787-C8270CED5046}" dt="2025-09-08T11:25:01.386" v="284" actId="20577"/>
        <pc:sldMkLst>
          <pc:docMk/>
          <pc:sldMk cId="1669320979" sldId="1220"/>
        </pc:sldMkLst>
        <pc:spChg chg="mod">
          <ac:chgData name="Baráth, Július" userId="aebde9b9-dccc-4475-a9ac-c05e78323d7a" providerId="ADAL" clId="{4A0811C8-ED2F-505E-B787-C8270CED5046}" dt="2025-09-08T11:25:01.386" v="284" actId="20577"/>
          <ac:spMkLst>
            <pc:docMk/>
            <pc:sldMk cId="1669320979" sldId="1220"/>
            <ac:spMk id="4" creationId="{5215CBA2-A914-3C4A-990E-73359DAA5DB9}"/>
          </ac:spMkLst>
        </pc:spChg>
      </pc:sldChg>
      <pc:sldChg chg="addSp delSp modSp new mod">
        <pc:chgData name="Baráth, Július" userId="aebde9b9-dccc-4475-a9ac-c05e78323d7a" providerId="ADAL" clId="{4A0811C8-ED2F-505E-B787-C8270CED5046}" dt="2025-09-08T11:08:45.650" v="114" actId="14100"/>
        <pc:sldMkLst>
          <pc:docMk/>
          <pc:sldMk cId="2581345861" sldId="1230"/>
        </pc:sldMkLst>
        <pc:spChg chg="del">
          <ac:chgData name="Baráth, Július" userId="aebde9b9-dccc-4475-a9ac-c05e78323d7a" providerId="ADAL" clId="{4A0811C8-ED2F-505E-B787-C8270CED5046}" dt="2025-09-08T11:08:35.336" v="109" actId="931"/>
          <ac:spMkLst>
            <pc:docMk/>
            <pc:sldMk cId="2581345861" sldId="1230"/>
            <ac:spMk id="2" creationId="{DC502141-3D3B-F90D-2BE9-B7B65FF4292C}"/>
          </ac:spMkLst>
        </pc:spChg>
        <pc:spChg chg="mod">
          <ac:chgData name="Baráth, Július" userId="aebde9b9-dccc-4475-a9ac-c05e78323d7a" providerId="ADAL" clId="{4A0811C8-ED2F-505E-B787-C8270CED5046}" dt="2025-09-08T11:08:23.740" v="108" actId="313"/>
          <ac:spMkLst>
            <pc:docMk/>
            <pc:sldMk cId="2581345861" sldId="1230"/>
            <ac:spMk id="3" creationId="{94FA5AB8-1A8F-45AB-AA83-E949D409E691}"/>
          </ac:spMkLst>
        </pc:spChg>
        <pc:picChg chg="add mod">
          <ac:chgData name="Baráth, Július" userId="aebde9b9-dccc-4475-a9ac-c05e78323d7a" providerId="ADAL" clId="{4A0811C8-ED2F-505E-B787-C8270CED5046}" dt="2025-09-08T11:08:45.650" v="114" actId="14100"/>
          <ac:picMkLst>
            <pc:docMk/>
            <pc:sldMk cId="2581345861" sldId="1230"/>
            <ac:picMk id="5" creationId="{088681FF-D99A-1BFD-1BFB-DB9EA961014C}"/>
          </ac:picMkLst>
        </pc:picChg>
      </pc:sldChg>
    </pc:docChg>
  </pc:docChgLst>
  <pc:docChgLst>
    <pc:chgData name="Baráth, Július" userId="S::julius.barath@aos.sk::aebde9b9-dccc-4475-a9ac-c05e78323d7a" providerId="AD" clId="Web-{FD3D457B-8618-4512-1622-9069599290E4}"/>
    <pc:docChg chg="modSld">
      <pc:chgData name="Baráth, Július" userId="S::julius.barath@aos.sk::aebde9b9-dccc-4475-a9ac-c05e78323d7a" providerId="AD" clId="Web-{FD3D457B-8618-4512-1622-9069599290E4}" dt="2025-09-09T07:14:09.889" v="9" actId="20577"/>
      <pc:docMkLst>
        <pc:docMk/>
      </pc:docMkLst>
      <pc:sldChg chg="modSp">
        <pc:chgData name="Baráth, Július" userId="S::julius.barath@aos.sk::aebde9b9-dccc-4475-a9ac-c05e78323d7a" providerId="AD" clId="Web-{FD3D457B-8618-4512-1622-9069599290E4}" dt="2025-09-09T06:52:38.522" v="6" actId="20577"/>
        <pc:sldMkLst>
          <pc:docMk/>
          <pc:sldMk cId="1669320979" sldId="1220"/>
        </pc:sldMkLst>
        <pc:spChg chg="mod">
          <ac:chgData name="Baráth, Július" userId="S::julius.barath@aos.sk::aebde9b9-dccc-4475-a9ac-c05e78323d7a" providerId="AD" clId="Web-{FD3D457B-8618-4512-1622-9069599290E4}" dt="2025-09-09T06:52:38.522" v="6" actId="20577"/>
          <ac:spMkLst>
            <pc:docMk/>
            <pc:sldMk cId="1669320979" sldId="1220"/>
            <ac:spMk id="4" creationId="{5215CBA2-A914-3C4A-990E-73359DAA5DB9}"/>
          </ac:spMkLst>
        </pc:spChg>
      </pc:sldChg>
      <pc:sldChg chg="modSp">
        <pc:chgData name="Baráth, Július" userId="S::julius.barath@aos.sk::aebde9b9-dccc-4475-a9ac-c05e78323d7a" providerId="AD" clId="Web-{FD3D457B-8618-4512-1622-9069599290E4}" dt="2025-09-09T07:14:09.889" v="9" actId="20577"/>
        <pc:sldMkLst>
          <pc:docMk/>
          <pc:sldMk cId="2663240714" sldId="1227"/>
        </pc:sldMkLst>
        <pc:spChg chg="mod">
          <ac:chgData name="Baráth, Július" userId="S::julius.barath@aos.sk::aebde9b9-dccc-4475-a9ac-c05e78323d7a" providerId="AD" clId="Web-{FD3D457B-8618-4512-1622-9069599290E4}" dt="2025-09-09T07:14:09.889" v="9" actId="20577"/>
          <ac:spMkLst>
            <pc:docMk/>
            <pc:sldMk cId="2663240714" sldId="1227"/>
            <ac:spMk id="4" creationId="{1A6CB395-1298-194E-B43A-F3E254D84166}"/>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36337D9-3022-3D41-8D8A-BDF2F3B0DD8E}" type="datetimeFigureOut">
              <a:rPr lang="en-US" smtClean="0"/>
              <a:t>9/8/2025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641018C-6CAF-B84E-B92C-ECB119457FBA}" type="slidenum">
              <a:rPr lang="en-US" smtClean="0"/>
              <a:t>‹#›</a:t>
            </a:fld>
            <a:endParaRPr lang="en-US"/>
          </a:p>
        </p:txBody>
      </p:sp>
    </p:spTree>
    <p:extLst>
      <p:ext uri="{BB962C8B-B14F-4D97-AF65-F5344CB8AC3E}">
        <p14:creationId xmlns:p14="http://schemas.microsoft.com/office/powerpoint/2010/main" val="193756487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b="0"/>
              <a:t>Cisco Networking Academy Program</a:t>
            </a:r>
          </a:p>
          <a:p>
            <a:pPr>
              <a:spcBef>
                <a:spcPts val="0"/>
              </a:spcBef>
            </a:pPr>
            <a:r>
              <a:rPr lang="en-US">
                <a:solidFill>
                  <a:schemeClr val="accent5">
                    <a:lumMod val="40000"/>
                    <a:lumOff val="60000"/>
                  </a:schemeClr>
                </a:solidFill>
              </a:rPr>
              <a:t>Enterprise Networking, Security, and Automationv7.0 (ENSA)</a:t>
            </a:r>
          </a:p>
          <a:p>
            <a:pPr>
              <a:spcBef>
                <a:spcPts val="0"/>
              </a:spcBef>
            </a:pPr>
            <a:r>
              <a:rPr lang="en-US">
                <a:solidFill>
                  <a:schemeClr val="accent5">
                    <a:lumMod val="40000"/>
                    <a:lumOff val="60000"/>
                  </a:schemeClr>
                </a:solidFill>
              </a:rPr>
              <a:t>Module 4: ACL Concepts</a:t>
            </a:r>
          </a:p>
          <a:p>
            <a:endParaRPr lang="en-US"/>
          </a:p>
        </p:txBody>
      </p:sp>
      <p:sp>
        <p:nvSpPr>
          <p:cNvPr id="4" name="Slide Number Placeholder 3"/>
          <p:cNvSpPr>
            <a:spLocks noGrp="1"/>
          </p:cNvSpPr>
          <p:nvPr>
            <p:ph type="sldNum" sz="quarter" idx="10"/>
          </p:nvPr>
        </p:nvSpPr>
        <p:spPr/>
        <p:txBody>
          <a:bodyPr/>
          <a:lstStyle/>
          <a:p>
            <a:fld id="{5641018C-6CAF-B84E-B92C-ECB119457FBA}" type="slidenum">
              <a:rPr lang="en-US" smtClean="0"/>
              <a:t>1</a:t>
            </a:fld>
            <a:endParaRPr lang="en-US"/>
          </a:p>
        </p:txBody>
      </p:sp>
    </p:spTree>
    <p:extLst>
      <p:ext uri="{BB962C8B-B14F-4D97-AF65-F5344CB8AC3E}">
        <p14:creationId xmlns:p14="http://schemas.microsoft.com/office/powerpoint/2010/main" val="5081187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7C839C26-801B-42B6-A101-60F37FE2B0A8}" type="slidenum">
              <a:rPr lang="en-US" sz="800" b="0">
                <a:solidFill>
                  <a:prstClr val="black"/>
                </a:solidFill>
              </a:rPr>
              <a:pPr algn="r"/>
              <a:t>2</a:t>
            </a:fld>
            <a:endParaRPr lang="en-US" sz="800" b="0">
              <a:solidFill>
                <a:prstClr val="black"/>
              </a:solidFill>
            </a:endParaRPr>
          </a:p>
        </p:txBody>
      </p:sp>
      <p:sp>
        <p:nvSpPr>
          <p:cNvPr id="18435" name="Rectangle 2"/>
          <p:cNvSpPr>
            <a:spLocks noGrp="1" noRot="1" noChangeAspect="1" noChangeArrowheads="1" noTextEdit="1"/>
          </p:cNvSpPr>
          <p:nvPr>
            <p:ph type="sldImg"/>
          </p:nvPr>
        </p:nvSpPr>
        <p:spPr>
          <a:ln/>
        </p:spPr>
      </p:sp>
      <p:sp>
        <p:nvSpPr>
          <p:cNvPr id="184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buFontTx/>
              <a:buNone/>
            </a:pPr>
            <a:endParaRPr lang="en-GB"/>
          </a:p>
        </p:txBody>
      </p:sp>
    </p:spTree>
    <p:extLst>
      <p:ext uri="{BB962C8B-B14F-4D97-AF65-F5344CB8AC3E}">
        <p14:creationId xmlns:p14="http://schemas.microsoft.com/office/powerpoint/2010/main" val="17344456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4.1 - Purpose of ACLs</a:t>
            </a:r>
          </a:p>
        </p:txBody>
      </p:sp>
      <p:sp>
        <p:nvSpPr>
          <p:cNvPr id="4" name="Slide Number Placeholder 3"/>
          <p:cNvSpPr>
            <a:spLocks noGrp="1"/>
          </p:cNvSpPr>
          <p:nvPr>
            <p:ph type="sldNum" sz="quarter" idx="10"/>
          </p:nvPr>
        </p:nvSpPr>
        <p:spPr/>
        <p:txBody>
          <a:bodyPr/>
          <a:lstStyle/>
          <a:p>
            <a:fld id="{5641018C-6CAF-B84E-B92C-ECB119457FBA}" type="slidenum">
              <a:rPr lang="en-US" smtClean="0"/>
              <a:t>3</a:t>
            </a:fld>
            <a:endParaRPr lang="en-US"/>
          </a:p>
        </p:txBody>
      </p:sp>
    </p:spTree>
    <p:extLst>
      <p:ext uri="{BB962C8B-B14F-4D97-AF65-F5344CB8AC3E}">
        <p14:creationId xmlns:p14="http://schemas.microsoft.com/office/powerpoint/2010/main" val="6255296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4.1 - Purpose of ACLs</a:t>
            </a:r>
          </a:p>
          <a:p>
            <a:r>
              <a:rPr lang="en-US"/>
              <a:t>4.1.1 - What is an ACL?</a:t>
            </a:r>
          </a:p>
        </p:txBody>
      </p:sp>
      <p:sp>
        <p:nvSpPr>
          <p:cNvPr id="4" name="Slide Number Placeholder 3"/>
          <p:cNvSpPr>
            <a:spLocks noGrp="1"/>
          </p:cNvSpPr>
          <p:nvPr>
            <p:ph type="sldNum" sz="quarter" idx="5"/>
          </p:nvPr>
        </p:nvSpPr>
        <p:spPr/>
        <p:txBody>
          <a:bodyPr/>
          <a:lstStyle/>
          <a:p>
            <a:fld id="{5641018C-6CAF-B84E-B92C-ECB119457FBA}" type="slidenum">
              <a:rPr lang="en-US" smtClean="0"/>
              <a:t>4</a:t>
            </a:fld>
            <a:endParaRPr lang="en-US"/>
          </a:p>
        </p:txBody>
      </p:sp>
    </p:spTree>
    <p:extLst>
      <p:ext uri="{BB962C8B-B14F-4D97-AF65-F5344CB8AC3E}">
        <p14:creationId xmlns:p14="http://schemas.microsoft.com/office/powerpoint/2010/main" val="7515506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4.1 - Purpose of ACLs</a:t>
            </a:r>
          </a:p>
          <a:p>
            <a:r>
              <a:rPr lang="en-US"/>
              <a:t>4.1.1 - What is an ACL? (Cont.)</a:t>
            </a:r>
          </a:p>
        </p:txBody>
      </p:sp>
      <p:sp>
        <p:nvSpPr>
          <p:cNvPr id="4" name="Slide Number Placeholder 3"/>
          <p:cNvSpPr>
            <a:spLocks noGrp="1"/>
          </p:cNvSpPr>
          <p:nvPr>
            <p:ph type="sldNum" sz="quarter" idx="5"/>
          </p:nvPr>
        </p:nvSpPr>
        <p:spPr/>
        <p:txBody>
          <a:bodyPr/>
          <a:lstStyle/>
          <a:p>
            <a:fld id="{5641018C-6CAF-B84E-B92C-ECB119457FBA}" type="slidenum">
              <a:rPr lang="en-US" smtClean="0"/>
              <a:t>5</a:t>
            </a:fld>
            <a:endParaRPr lang="en-US"/>
          </a:p>
        </p:txBody>
      </p:sp>
    </p:spTree>
    <p:extLst>
      <p:ext uri="{BB962C8B-B14F-4D97-AF65-F5344CB8AC3E}">
        <p14:creationId xmlns:p14="http://schemas.microsoft.com/office/powerpoint/2010/main" val="17580918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4.1 - Purpose of ACLs</a:t>
            </a:r>
          </a:p>
          <a:p>
            <a:r>
              <a:rPr lang="en-US"/>
              <a:t>4.1.2 - Packet Filtering</a:t>
            </a:r>
          </a:p>
        </p:txBody>
      </p:sp>
      <p:sp>
        <p:nvSpPr>
          <p:cNvPr id="4" name="Slide Number Placeholder 3"/>
          <p:cNvSpPr>
            <a:spLocks noGrp="1"/>
          </p:cNvSpPr>
          <p:nvPr>
            <p:ph type="sldNum" sz="quarter" idx="5"/>
          </p:nvPr>
        </p:nvSpPr>
        <p:spPr/>
        <p:txBody>
          <a:bodyPr/>
          <a:lstStyle/>
          <a:p>
            <a:fld id="{5641018C-6CAF-B84E-B92C-ECB119457FBA}" type="slidenum">
              <a:rPr lang="en-US" smtClean="0"/>
              <a:t>6</a:t>
            </a:fld>
            <a:endParaRPr lang="en-US"/>
          </a:p>
        </p:txBody>
      </p:sp>
    </p:spTree>
    <p:extLst>
      <p:ext uri="{BB962C8B-B14F-4D97-AF65-F5344CB8AC3E}">
        <p14:creationId xmlns:p14="http://schemas.microsoft.com/office/powerpoint/2010/main" val="14201800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4.1 - Purpose of ACLs</a:t>
            </a:r>
          </a:p>
          <a:p>
            <a:r>
              <a:rPr lang="en-US"/>
              <a:t>4.1.3 - ACL Operation</a:t>
            </a:r>
          </a:p>
        </p:txBody>
      </p:sp>
      <p:sp>
        <p:nvSpPr>
          <p:cNvPr id="4" name="Slide Number Placeholder 3"/>
          <p:cNvSpPr>
            <a:spLocks noGrp="1"/>
          </p:cNvSpPr>
          <p:nvPr>
            <p:ph type="sldNum" sz="quarter" idx="5"/>
          </p:nvPr>
        </p:nvSpPr>
        <p:spPr/>
        <p:txBody>
          <a:bodyPr/>
          <a:lstStyle/>
          <a:p>
            <a:fld id="{5641018C-6CAF-B84E-B92C-ECB119457FBA}" type="slidenum">
              <a:rPr lang="en-US" smtClean="0"/>
              <a:t>7</a:t>
            </a:fld>
            <a:endParaRPr lang="en-US"/>
          </a:p>
        </p:txBody>
      </p:sp>
    </p:spTree>
    <p:extLst>
      <p:ext uri="{BB962C8B-B14F-4D97-AF65-F5344CB8AC3E}">
        <p14:creationId xmlns:p14="http://schemas.microsoft.com/office/powerpoint/2010/main" val="17393906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4.1 - Purpose of ACLs</a:t>
            </a:r>
          </a:p>
          <a:p>
            <a:r>
              <a:rPr lang="en-US"/>
              <a:t>4.1.3 - ACL Operation (Cont.)</a:t>
            </a:r>
          </a:p>
        </p:txBody>
      </p:sp>
      <p:sp>
        <p:nvSpPr>
          <p:cNvPr id="4" name="Slide Number Placeholder 3"/>
          <p:cNvSpPr>
            <a:spLocks noGrp="1"/>
          </p:cNvSpPr>
          <p:nvPr>
            <p:ph type="sldNum" sz="quarter" idx="5"/>
          </p:nvPr>
        </p:nvSpPr>
        <p:spPr/>
        <p:txBody>
          <a:bodyPr/>
          <a:lstStyle/>
          <a:p>
            <a:fld id="{5641018C-6CAF-B84E-B92C-ECB119457FBA}" type="slidenum">
              <a:rPr lang="en-US" smtClean="0"/>
              <a:t>8</a:t>
            </a:fld>
            <a:endParaRPr lang="en-US"/>
          </a:p>
        </p:txBody>
      </p:sp>
    </p:spTree>
    <p:extLst>
      <p:ext uri="{BB962C8B-B14F-4D97-AF65-F5344CB8AC3E}">
        <p14:creationId xmlns:p14="http://schemas.microsoft.com/office/powerpoint/2010/main" val="15763224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4.2 - Wildcard Masks in ACLs</a:t>
            </a:r>
          </a:p>
        </p:txBody>
      </p:sp>
      <p:sp>
        <p:nvSpPr>
          <p:cNvPr id="4" name="Slide Number Placeholder 3"/>
          <p:cNvSpPr>
            <a:spLocks noGrp="1"/>
          </p:cNvSpPr>
          <p:nvPr>
            <p:ph type="sldNum" sz="quarter" idx="10"/>
          </p:nvPr>
        </p:nvSpPr>
        <p:spPr/>
        <p:txBody>
          <a:bodyPr/>
          <a:lstStyle/>
          <a:p>
            <a:fld id="{5641018C-6CAF-B84E-B92C-ECB119457FBA}" type="slidenum">
              <a:rPr lang="en-US" smtClean="0"/>
              <a:t>10</a:t>
            </a:fld>
            <a:endParaRPr lang="en-US"/>
          </a:p>
        </p:txBody>
      </p:sp>
    </p:spTree>
    <p:extLst>
      <p:ext uri="{BB962C8B-B14F-4D97-AF65-F5344CB8AC3E}">
        <p14:creationId xmlns:p14="http://schemas.microsoft.com/office/powerpoint/2010/main" val="39632910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4.2 - Wildcard Masks in ACLs</a:t>
            </a:r>
          </a:p>
          <a:p>
            <a:r>
              <a:rPr lang="en-US"/>
              <a:t>4.2.1 - Wildcard Mask Overview</a:t>
            </a:r>
          </a:p>
        </p:txBody>
      </p:sp>
      <p:sp>
        <p:nvSpPr>
          <p:cNvPr id="4" name="Slide Number Placeholder 3"/>
          <p:cNvSpPr>
            <a:spLocks noGrp="1"/>
          </p:cNvSpPr>
          <p:nvPr>
            <p:ph type="sldNum" sz="quarter" idx="5"/>
          </p:nvPr>
        </p:nvSpPr>
        <p:spPr/>
        <p:txBody>
          <a:bodyPr/>
          <a:lstStyle/>
          <a:p>
            <a:fld id="{5641018C-6CAF-B84E-B92C-ECB119457FBA}" type="slidenum">
              <a:rPr lang="en-US" smtClean="0"/>
              <a:t>11</a:t>
            </a:fld>
            <a:endParaRPr lang="en-US"/>
          </a:p>
        </p:txBody>
      </p:sp>
    </p:spTree>
    <p:extLst>
      <p:ext uri="{BB962C8B-B14F-4D97-AF65-F5344CB8AC3E}">
        <p14:creationId xmlns:p14="http://schemas.microsoft.com/office/powerpoint/2010/main" val="294902224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4.2 - Wildcard Masks in ACLs</a:t>
            </a:r>
          </a:p>
          <a:p>
            <a:r>
              <a:rPr lang="en-US"/>
              <a:t>4.2.1 - Wildcard Mask Overview (Cont.)</a:t>
            </a:r>
          </a:p>
        </p:txBody>
      </p:sp>
      <p:sp>
        <p:nvSpPr>
          <p:cNvPr id="4" name="Slide Number Placeholder 3"/>
          <p:cNvSpPr>
            <a:spLocks noGrp="1"/>
          </p:cNvSpPr>
          <p:nvPr>
            <p:ph type="sldNum" sz="quarter" idx="5"/>
          </p:nvPr>
        </p:nvSpPr>
        <p:spPr/>
        <p:txBody>
          <a:bodyPr/>
          <a:lstStyle/>
          <a:p>
            <a:fld id="{5641018C-6CAF-B84E-B92C-ECB119457FBA}" type="slidenum">
              <a:rPr lang="en-US" smtClean="0"/>
              <a:t>12</a:t>
            </a:fld>
            <a:endParaRPr lang="en-US"/>
          </a:p>
        </p:txBody>
      </p:sp>
    </p:spTree>
    <p:extLst>
      <p:ext uri="{BB962C8B-B14F-4D97-AF65-F5344CB8AC3E}">
        <p14:creationId xmlns:p14="http://schemas.microsoft.com/office/powerpoint/2010/main" val="371358454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4.2 - Wildcard Masks in ACLs</a:t>
            </a:r>
          </a:p>
          <a:p>
            <a:r>
              <a:rPr lang="en-US"/>
              <a:t>4.2.2 - Wildcard Mask Types</a:t>
            </a:r>
          </a:p>
        </p:txBody>
      </p:sp>
      <p:sp>
        <p:nvSpPr>
          <p:cNvPr id="4" name="Slide Number Placeholder 3"/>
          <p:cNvSpPr>
            <a:spLocks noGrp="1"/>
          </p:cNvSpPr>
          <p:nvPr>
            <p:ph type="sldNum" sz="quarter" idx="5"/>
          </p:nvPr>
        </p:nvSpPr>
        <p:spPr/>
        <p:txBody>
          <a:bodyPr/>
          <a:lstStyle/>
          <a:p>
            <a:fld id="{5641018C-6CAF-B84E-B92C-ECB119457FBA}" type="slidenum">
              <a:rPr lang="en-US" smtClean="0"/>
              <a:t>13</a:t>
            </a:fld>
            <a:endParaRPr lang="en-US"/>
          </a:p>
        </p:txBody>
      </p:sp>
    </p:spTree>
    <p:extLst>
      <p:ext uri="{BB962C8B-B14F-4D97-AF65-F5344CB8AC3E}">
        <p14:creationId xmlns:p14="http://schemas.microsoft.com/office/powerpoint/2010/main" val="66870216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4.2 - Wildcard Masks in ACLs</a:t>
            </a:r>
          </a:p>
          <a:p>
            <a:r>
              <a:rPr lang="en-US"/>
              <a:t>4.2.2 - Wildcard Mask Types (Cont.)</a:t>
            </a:r>
          </a:p>
        </p:txBody>
      </p:sp>
      <p:sp>
        <p:nvSpPr>
          <p:cNvPr id="4" name="Slide Number Placeholder 3"/>
          <p:cNvSpPr>
            <a:spLocks noGrp="1"/>
          </p:cNvSpPr>
          <p:nvPr>
            <p:ph type="sldNum" sz="quarter" idx="5"/>
          </p:nvPr>
        </p:nvSpPr>
        <p:spPr/>
        <p:txBody>
          <a:bodyPr/>
          <a:lstStyle/>
          <a:p>
            <a:fld id="{5641018C-6CAF-B84E-B92C-ECB119457FBA}" type="slidenum">
              <a:rPr lang="en-US" smtClean="0"/>
              <a:t>14</a:t>
            </a:fld>
            <a:endParaRPr lang="en-US"/>
          </a:p>
        </p:txBody>
      </p:sp>
    </p:spTree>
    <p:extLst>
      <p:ext uri="{BB962C8B-B14F-4D97-AF65-F5344CB8AC3E}">
        <p14:creationId xmlns:p14="http://schemas.microsoft.com/office/powerpoint/2010/main" val="36429529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4.2 - Wildcard Masks in ACLs</a:t>
            </a:r>
          </a:p>
          <a:p>
            <a:r>
              <a:rPr lang="en-US"/>
              <a:t>4.2.2 - Wildcard Mask Types (Cont.)</a:t>
            </a:r>
          </a:p>
        </p:txBody>
      </p:sp>
      <p:sp>
        <p:nvSpPr>
          <p:cNvPr id="4" name="Slide Number Placeholder 3"/>
          <p:cNvSpPr>
            <a:spLocks noGrp="1"/>
          </p:cNvSpPr>
          <p:nvPr>
            <p:ph type="sldNum" sz="quarter" idx="5"/>
          </p:nvPr>
        </p:nvSpPr>
        <p:spPr/>
        <p:txBody>
          <a:bodyPr/>
          <a:lstStyle/>
          <a:p>
            <a:fld id="{5641018C-6CAF-B84E-B92C-ECB119457FBA}" type="slidenum">
              <a:rPr lang="en-US" smtClean="0"/>
              <a:t>15</a:t>
            </a:fld>
            <a:endParaRPr lang="en-US"/>
          </a:p>
        </p:txBody>
      </p:sp>
    </p:spTree>
    <p:extLst>
      <p:ext uri="{BB962C8B-B14F-4D97-AF65-F5344CB8AC3E}">
        <p14:creationId xmlns:p14="http://schemas.microsoft.com/office/powerpoint/2010/main" val="17367261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4.2 - Wildcard Masks in ACLs</a:t>
            </a:r>
          </a:p>
          <a:p>
            <a:r>
              <a:rPr lang="en-US"/>
              <a:t>4.2.3 - Wildcard Mask Calculation</a:t>
            </a:r>
          </a:p>
        </p:txBody>
      </p:sp>
      <p:sp>
        <p:nvSpPr>
          <p:cNvPr id="4" name="Slide Number Placeholder 3"/>
          <p:cNvSpPr>
            <a:spLocks noGrp="1"/>
          </p:cNvSpPr>
          <p:nvPr>
            <p:ph type="sldNum" sz="quarter" idx="5"/>
          </p:nvPr>
        </p:nvSpPr>
        <p:spPr/>
        <p:txBody>
          <a:bodyPr/>
          <a:lstStyle/>
          <a:p>
            <a:fld id="{5641018C-6CAF-B84E-B92C-ECB119457FBA}" type="slidenum">
              <a:rPr lang="en-US" smtClean="0"/>
              <a:t>16</a:t>
            </a:fld>
            <a:endParaRPr lang="en-US"/>
          </a:p>
        </p:txBody>
      </p:sp>
    </p:spTree>
    <p:extLst>
      <p:ext uri="{BB962C8B-B14F-4D97-AF65-F5344CB8AC3E}">
        <p14:creationId xmlns:p14="http://schemas.microsoft.com/office/powerpoint/2010/main" val="344918353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4.2 - Wildcard Masks in ACLs</a:t>
            </a:r>
          </a:p>
          <a:p>
            <a:r>
              <a:rPr lang="en-US"/>
              <a:t>4.2.4 - Wildcard Mask Keywords</a:t>
            </a:r>
          </a:p>
          <a:p>
            <a:r>
              <a:rPr lang="en-US"/>
              <a:t>4.2.5 - Check Your Understanding - Wildcard Masks in ACLs</a:t>
            </a:r>
          </a:p>
        </p:txBody>
      </p:sp>
      <p:sp>
        <p:nvSpPr>
          <p:cNvPr id="4" name="Slide Number Placeholder 3"/>
          <p:cNvSpPr>
            <a:spLocks noGrp="1"/>
          </p:cNvSpPr>
          <p:nvPr>
            <p:ph type="sldNum" sz="quarter" idx="5"/>
          </p:nvPr>
        </p:nvSpPr>
        <p:spPr/>
        <p:txBody>
          <a:bodyPr/>
          <a:lstStyle/>
          <a:p>
            <a:fld id="{5641018C-6CAF-B84E-B92C-ECB119457FBA}" type="slidenum">
              <a:rPr lang="en-US" smtClean="0"/>
              <a:t>17</a:t>
            </a:fld>
            <a:endParaRPr lang="en-US"/>
          </a:p>
        </p:txBody>
      </p:sp>
    </p:spTree>
    <p:extLst>
      <p:ext uri="{BB962C8B-B14F-4D97-AF65-F5344CB8AC3E}">
        <p14:creationId xmlns:p14="http://schemas.microsoft.com/office/powerpoint/2010/main" val="12571106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4.3 - Guidelines for ACLs</a:t>
            </a:r>
          </a:p>
        </p:txBody>
      </p:sp>
      <p:sp>
        <p:nvSpPr>
          <p:cNvPr id="4" name="Slide Number Placeholder 3"/>
          <p:cNvSpPr>
            <a:spLocks noGrp="1"/>
          </p:cNvSpPr>
          <p:nvPr>
            <p:ph type="sldNum" sz="quarter" idx="10"/>
          </p:nvPr>
        </p:nvSpPr>
        <p:spPr/>
        <p:txBody>
          <a:bodyPr/>
          <a:lstStyle/>
          <a:p>
            <a:fld id="{5641018C-6CAF-B84E-B92C-ECB119457FBA}" type="slidenum">
              <a:rPr lang="en-US" smtClean="0"/>
              <a:t>18</a:t>
            </a:fld>
            <a:endParaRPr lang="en-US"/>
          </a:p>
        </p:txBody>
      </p:sp>
    </p:spTree>
    <p:extLst>
      <p:ext uri="{BB962C8B-B14F-4D97-AF65-F5344CB8AC3E}">
        <p14:creationId xmlns:p14="http://schemas.microsoft.com/office/powerpoint/2010/main" val="120043530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4.3 - Guidelines for ACLs</a:t>
            </a:r>
          </a:p>
          <a:p>
            <a:r>
              <a:rPr lang="en-US"/>
              <a:t>4.3.1 - Limited Number of ACLs per Interface</a:t>
            </a:r>
          </a:p>
        </p:txBody>
      </p:sp>
      <p:sp>
        <p:nvSpPr>
          <p:cNvPr id="4" name="Slide Number Placeholder 3"/>
          <p:cNvSpPr>
            <a:spLocks noGrp="1"/>
          </p:cNvSpPr>
          <p:nvPr>
            <p:ph type="sldNum" sz="quarter" idx="5"/>
          </p:nvPr>
        </p:nvSpPr>
        <p:spPr/>
        <p:txBody>
          <a:bodyPr/>
          <a:lstStyle/>
          <a:p>
            <a:fld id="{5641018C-6CAF-B84E-B92C-ECB119457FBA}" type="slidenum">
              <a:rPr lang="en-US" smtClean="0"/>
              <a:t>19</a:t>
            </a:fld>
            <a:endParaRPr lang="en-US"/>
          </a:p>
        </p:txBody>
      </p:sp>
    </p:spTree>
    <p:extLst>
      <p:ext uri="{BB962C8B-B14F-4D97-AF65-F5344CB8AC3E}">
        <p14:creationId xmlns:p14="http://schemas.microsoft.com/office/powerpoint/2010/main" val="3656323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4.3 - Guidelines for ACLs</a:t>
            </a:r>
          </a:p>
          <a:p>
            <a:r>
              <a:rPr lang="en-US"/>
              <a:t>4.3.1 - Limited Number of ACLs per Interface</a:t>
            </a:r>
          </a:p>
          <a:p>
            <a:r>
              <a:rPr lang="en-US"/>
              <a:t>4.3.2 - Check Your Understanding - Guidelines for ACL Creation</a:t>
            </a:r>
          </a:p>
        </p:txBody>
      </p:sp>
      <p:sp>
        <p:nvSpPr>
          <p:cNvPr id="4" name="Slide Number Placeholder 3"/>
          <p:cNvSpPr>
            <a:spLocks noGrp="1"/>
          </p:cNvSpPr>
          <p:nvPr>
            <p:ph type="sldNum" sz="quarter" idx="5"/>
          </p:nvPr>
        </p:nvSpPr>
        <p:spPr/>
        <p:txBody>
          <a:bodyPr/>
          <a:lstStyle/>
          <a:p>
            <a:fld id="{5641018C-6CAF-B84E-B92C-ECB119457FBA}" type="slidenum">
              <a:rPr lang="en-US" smtClean="0"/>
              <a:t>20</a:t>
            </a:fld>
            <a:endParaRPr lang="en-US"/>
          </a:p>
        </p:txBody>
      </p:sp>
    </p:spTree>
    <p:extLst>
      <p:ext uri="{BB962C8B-B14F-4D97-AF65-F5344CB8AC3E}">
        <p14:creationId xmlns:p14="http://schemas.microsoft.com/office/powerpoint/2010/main" val="4808395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4.4 - Types of IPv4 ACLs</a:t>
            </a:r>
          </a:p>
        </p:txBody>
      </p:sp>
      <p:sp>
        <p:nvSpPr>
          <p:cNvPr id="4" name="Slide Number Placeholder 3"/>
          <p:cNvSpPr>
            <a:spLocks noGrp="1"/>
          </p:cNvSpPr>
          <p:nvPr>
            <p:ph type="sldNum" sz="quarter" idx="10"/>
          </p:nvPr>
        </p:nvSpPr>
        <p:spPr/>
        <p:txBody>
          <a:bodyPr/>
          <a:lstStyle/>
          <a:p>
            <a:fld id="{5641018C-6CAF-B84E-B92C-ECB119457FBA}" type="slidenum">
              <a:rPr lang="en-US" smtClean="0"/>
              <a:t>21</a:t>
            </a:fld>
            <a:endParaRPr lang="en-US"/>
          </a:p>
        </p:txBody>
      </p:sp>
    </p:spTree>
    <p:extLst>
      <p:ext uri="{BB962C8B-B14F-4D97-AF65-F5344CB8AC3E}">
        <p14:creationId xmlns:p14="http://schemas.microsoft.com/office/powerpoint/2010/main" val="26683847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4.4 - Types of IPv4 ACLs</a:t>
            </a:r>
          </a:p>
          <a:p>
            <a:r>
              <a:rPr lang="en-US"/>
              <a:t>4.4.1 - Standard and Extended ACLs</a:t>
            </a:r>
          </a:p>
        </p:txBody>
      </p:sp>
      <p:sp>
        <p:nvSpPr>
          <p:cNvPr id="4" name="Slide Number Placeholder 3"/>
          <p:cNvSpPr>
            <a:spLocks noGrp="1"/>
          </p:cNvSpPr>
          <p:nvPr>
            <p:ph type="sldNum" sz="quarter" idx="5"/>
          </p:nvPr>
        </p:nvSpPr>
        <p:spPr/>
        <p:txBody>
          <a:bodyPr/>
          <a:lstStyle/>
          <a:p>
            <a:fld id="{5641018C-6CAF-B84E-B92C-ECB119457FBA}" type="slidenum">
              <a:rPr lang="en-US" smtClean="0"/>
              <a:t>22</a:t>
            </a:fld>
            <a:endParaRPr lang="en-US"/>
          </a:p>
        </p:txBody>
      </p:sp>
    </p:spTree>
    <p:extLst>
      <p:ext uri="{BB962C8B-B14F-4D97-AF65-F5344CB8AC3E}">
        <p14:creationId xmlns:p14="http://schemas.microsoft.com/office/powerpoint/2010/main" val="346335089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4.4 - Types of IPv4 ACLs</a:t>
            </a:r>
          </a:p>
          <a:p>
            <a:r>
              <a:rPr lang="en-US"/>
              <a:t>4.4.2 - Numbered and Named ACLs</a:t>
            </a:r>
          </a:p>
        </p:txBody>
      </p:sp>
      <p:sp>
        <p:nvSpPr>
          <p:cNvPr id="4" name="Slide Number Placeholder 3"/>
          <p:cNvSpPr>
            <a:spLocks noGrp="1"/>
          </p:cNvSpPr>
          <p:nvPr>
            <p:ph type="sldNum" sz="quarter" idx="5"/>
          </p:nvPr>
        </p:nvSpPr>
        <p:spPr/>
        <p:txBody>
          <a:bodyPr/>
          <a:lstStyle/>
          <a:p>
            <a:fld id="{5641018C-6CAF-B84E-B92C-ECB119457FBA}" type="slidenum">
              <a:rPr lang="en-US" smtClean="0"/>
              <a:t>23</a:t>
            </a:fld>
            <a:endParaRPr lang="en-US"/>
          </a:p>
        </p:txBody>
      </p:sp>
    </p:spTree>
    <p:extLst>
      <p:ext uri="{BB962C8B-B14F-4D97-AF65-F5344CB8AC3E}">
        <p14:creationId xmlns:p14="http://schemas.microsoft.com/office/powerpoint/2010/main" val="150548434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4.4 - Types of IPv4 ACLs</a:t>
            </a:r>
          </a:p>
          <a:p>
            <a:r>
              <a:rPr lang="en-US"/>
              <a:t>4.4.2 - Numbered and Named ACLs (Cont.)</a:t>
            </a:r>
          </a:p>
        </p:txBody>
      </p:sp>
      <p:sp>
        <p:nvSpPr>
          <p:cNvPr id="4" name="Slide Number Placeholder 3"/>
          <p:cNvSpPr>
            <a:spLocks noGrp="1"/>
          </p:cNvSpPr>
          <p:nvPr>
            <p:ph type="sldNum" sz="quarter" idx="5"/>
          </p:nvPr>
        </p:nvSpPr>
        <p:spPr/>
        <p:txBody>
          <a:bodyPr/>
          <a:lstStyle/>
          <a:p>
            <a:fld id="{5641018C-6CAF-B84E-B92C-ECB119457FBA}" type="slidenum">
              <a:rPr lang="en-US" smtClean="0"/>
              <a:t>24</a:t>
            </a:fld>
            <a:endParaRPr lang="en-US"/>
          </a:p>
        </p:txBody>
      </p:sp>
    </p:spTree>
    <p:extLst>
      <p:ext uri="{BB962C8B-B14F-4D97-AF65-F5344CB8AC3E}">
        <p14:creationId xmlns:p14="http://schemas.microsoft.com/office/powerpoint/2010/main" val="163428896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4.4 - Types of IPv4 ACLs</a:t>
            </a:r>
          </a:p>
          <a:p>
            <a:r>
              <a:rPr lang="en-US"/>
              <a:t>4.4.3 - Where to Place ACLs</a:t>
            </a:r>
          </a:p>
        </p:txBody>
      </p:sp>
      <p:sp>
        <p:nvSpPr>
          <p:cNvPr id="4" name="Slide Number Placeholder 3"/>
          <p:cNvSpPr>
            <a:spLocks noGrp="1"/>
          </p:cNvSpPr>
          <p:nvPr>
            <p:ph type="sldNum" sz="quarter" idx="5"/>
          </p:nvPr>
        </p:nvSpPr>
        <p:spPr/>
        <p:txBody>
          <a:bodyPr/>
          <a:lstStyle/>
          <a:p>
            <a:fld id="{5641018C-6CAF-B84E-B92C-ECB119457FBA}" type="slidenum">
              <a:rPr lang="en-US" smtClean="0"/>
              <a:t>25</a:t>
            </a:fld>
            <a:endParaRPr lang="en-US"/>
          </a:p>
        </p:txBody>
      </p:sp>
    </p:spTree>
    <p:extLst>
      <p:ext uri="{BB962C8B-B14F-4D97-AF65-F5344CB8AC3E}">
        <p14:creationId xmlns:p14="http://schemas.microsoft.com/office/powerpoint/2010/main" val="399422956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4.4 - Types of IPv4 ACLs</a:t>
            </a:r>
          </a:p>
          <a:p>
            <a:r>
              <a:rPr lang="en-US"/>
              <a:t>4.4.3 - Where to Place ACLs (Cont.)</a:t>
            </a:r>
          </a:p>
        </p:txBody>
      </p:sp>
      <p:sp>
        <p:nvSpPr>
          <p:cNvPr id="4" name="Slide Number Placeholder 3"/>
          <p:cNvSpPr>
            <a:spLocks noGrp="1"/>
          </p:cNvSpPr>
          <p:nvPr>
            <p:ph type="sldNum" sz="quarter" idx="5"/>
          </p:nvPr>
        </p:nvSpPr>
        <p:spPr/>
        <p:txBody>
          <a:bodyPr/>
          <a:lstStyle/>
          <a:p>
            <a:fld id="{5641018C-6CAF-B84E-B92C-ECB119457FBA}" type="slidenum">
              <a:rPr lang="en-US" smtClean="0"/>
              <a:t>26</a:t>
            </a:fld>
            <a:endParaRPr lang="en-US"/>
          </a:p>
        </p:txBody>
      </p:sp>
    </p:spTree>
    <p:extLst>
      <p:ext uri="{BB962C8B-B14F-4D97-AF65-F5344CB8AC3E}">
        <p14:creationId xmlns:p14="http://schemas.microsoft.com/office/powerpoint/2010/main" val="42710434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4.4 - Types of IPv4 ACLs</a:t>
            </a:r>
          </a:p>
          <a:p>
            <a:r>
              <a:rPr lang="en-US"/>
              <a:t>4.4.4 - Standard ACL Placement Example</a:t>
            </a:r>
          </a:p>
        </p:txBody>
      </p:sp>
      <p:sp>
        <p:nvSpPr>
          <p:cNvPr id="4" name="Slide Number Placeholder 3"/>
          <p:cNvSpPr>
            <a:spLocks noGrp="1"/>
          </p:cNvSpPr>
          <p:nvPr>
            <p:ph type="sldNum" sz="quarter" idx="5"/>
          </p:nvPr>
        </p:nvSpPr>
        <p:spPr/>
        <p:txBody>
          <a:bodyPr/>
          <a:lstStyle/>
          <a:p>
            <a:fld id="{5641018C-6CAF-B84E-B92C-ECB119457FBA}" type="slidenum">
              <a:rPr lang="en-US" smtClean="0"/>
              <a:t>27</a:t>
            </a:fld>
            <a:endParaRPr lang="en-US"/>
          </a:p>
        </p:txBody>
      </p:sp>
    </p:spTree>
    <p:extLst>
      <p:ext uri="{BB962C8B-B14F-4D97-AF65-F5344CB8AC3E}">
        <p14:creationId xmlns:p14="http://schemas.microsoft.com/office/powerpoint/2010/main" val="203020963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4.4 - Types of IPv4 ACLs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a:t>4.4.4 - Standard ACL Placement Example (Cont.)</a:t>
            </a:r>
          </a:p>
        </p:txBody>
      </p:sp>
      <p:sp>
        <p:nvSpPr>
          <p:cNvPr id="4" name="Slide Number Placeholder 3"/>
          <p:cNvSpPr>
            <a:spLocks noGrp="1"/>
          </p:cNvSpPr>
          <p:nvPr>
            <p:ph type="sldNum" sz="quarter" idx="5"/>
          </p:nvPr>
        </p:nvSpPr>
        <p:spPr/>
        <p:txBody>
          <a:bodyPr/>
          <a:lstStyle/>
          <a:p>
            <a:fld id="{5641018C-6CAF-B84E-B92C-ECB119457FBA}" type="slidenum">
              <a:rPr lang="en-US" smtClean="0"/>
              <a:t>28</a:t>
            </a:fld>
            <a:endParaRPr lang="en-US"/>
          </a:p>
        </p:txBody>
      </p:sp>
    </p:spTree>
    <p:extLst>
      <p:ext uri="{BB962C8B-B14F-4D97-AF65-F5344CB8AC3E}">
        <p14:creationId xmlns:p14="http://schemas.microsoft.com/office/powerpoint/2010/main" val="34825222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4.4 - Types of IPv4 ACLs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a:t>4.4.5 - Extended ACL Placement Example </a:t>
            </a:r>
          </a:p>
        </p:txBody>
      </p:sp>
      <p:sp>
        <p:nvSpPr>
          <p:cNvPr id="4" name="Slide Number Placeholder 3"/>
          <p:cNvSpPr>
            <a:spLocks noGrp="1"/>
          </p:cNvSpPr>
          <p:nvPr>
            <p:ph type="sldNum" sz="quarter" idx="5"/>
          </p:nvPr>
        </p:nvSpPr>
        <p:spPr/>
        <p:txBody>
          <a:bodyPr/>
          <a:lstStyle/>
          <a:p>
            <a:fld id="{5641018C-6CAF-B84E-B92C-ECB119457FBA}" type="slidenum">
              <a:rPr lang="en-US" smtClean="0"/>
              <a:t>29</a:t>
            </a:fld>
            <a:endParaRPr lang="en-US"/>
          </a:p>
        </p:txBody>
      </p:sp>
    </p:spTree>
    <p:extLst>
      <p:ext uri="{BB962C8B-B14F-4D97-AF65-F5344CB8AC3E}">
        <p14:creationId xmlns:p14="http://schemas.microsoft.com/office/powerpoint/2010/main" val="19063247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 ACL Concepts</a:t>
            </a:r>
          </a:p>
          <a:p>
            <a:r>
              <a:rPr lang="en-US"/>
              <a:t>4.4 - Types of IPv4 ACLs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a:t>4.4.5 - Extended ACL Placement Example (Cont.)</a:t>
            </a:r>
          </a:p>
          <a:p>
            <a:pPr marL="0" marR="0" lvl="0" indent="0" algn="l" defTabSz="457200" rtl="0" eaLnBrk="1" fontAlgn="auto" latinLnBrk="0" hangingPunct="1">
              <a:lnSpc>
                <a:spcPct val="100000"/>
              </a:lnSpc>
              <a:spcBef>
                <a:spcPts val="0"/>
              </a:spcBef>
              <a:spcAft>
                <a:spcPts val="0"/>
              </a:spcAft>
              <a:buClrTx/>
              <a:buSzTx/>
              <a:buFontTx/>
              <a:buNone/>
              <a:tabLst/>
              <a:defRPr/>
            </a:pPr>
            <a:r>
              <a:rPr lang="en-US"/>
              <a:t>4.4.5 - Check Your Understanding - Guidelines for ACL Placement</a:t>
            </a:r>
          </a:p>
        </p:txBody>
      </p:sp>
      <p:sp>
        <p:nvSpPr>
          <p:cNvPr id="4" name="Slide Number Placeholder 3"/>
          <p:cNvSpPr>
            <a:spLocks noGrp="1"/>
          </p:cNvSpPr>
          <p:nvPr>
            <p:ph type="sldNum" sz="quarter" idx="5"/>
          </p:nvPr>
        </p:nvSpPr>
        <p:spPr/>
        <p:txBody>
          <a:bodyPr/>
          <a:lstStyle/>
          <a:p>
            <a:fld id="{5641018C-6CAF-B84E-B92C-ECB119457FBA}" type="slidenum">
              <a:rPr lang="en-US" smtClean="0"/>
              <a:t>30</a:t>
            </a:fld>
            <a:endParaRPr lang="en-US"/>
          </a:p>
        </p:txBody>
      </p:sp>
    </p:spTree>
    <p:extLst>
      <p:ext uri="{BB962C8B-B14F-4D97-AF65-F5344CB8AC3E}">
        <p14:creationId xmlns:p14="http://schemas.microsoft.com/office/powerpoint/2010/main" val="29769491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31</a:t>
            </a:fld>
            <a:endParaRPr lang="en-US"/>
          </a:p>
        </p:txBody>
      </p:sp>
    </p:spTree>
    <p:extLst>
      <p:ext uri="{BB962C8B-B14F-4D97-AF65-F5344CB8AC3E}">
        <p14:creationId xmlns:p14="http://schemas.microsoft.com/office/powerpoint/2010/main" val="159139428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3_Title Slide-animated gradient">
    <p:bg>
      <p:bgPr>
        <a:solidFill>
          <a:schemeClr val="accent5"/>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9144000" cy="5143500"/>
          </a:xfrm>
          <a:prstGeom prst="rect">
            <a:avLst/>
          </a:prstGeom>
        </p:spPr>
      </p:pic>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2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a:t>Click to edit Master title style</a:t>
            </a:r>
            <a:endParaRPr lang="en-US" dirty="0"/>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3086725553"/>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5_Title Slide-animated gradient">
    <p:bg>
      <p:bgPr>
        <a:solidFill>
          <a:schemeClr val="accent5"/>
        </a:solidFill>
        <a:effectLst/>
      </p:bgPr>
    </p:bg>
    <p:spTree>
      <p:nvGrpSpPr>
        <p:cNvPr id="1" name=""/>
        <p:cNvGrpSpPr/>
        <p:nvPr/>
      </p:nvGrpSpPr>
      <p:grpSpPr>
        <a:xfrm>
          <a:off x="0" y="0"/>
          <a:ext cx="0" cy="0"/>
          <a:chOff x="0" y="0"/>
          <a:chExt cx="0" cy="0"/>
        </a:xfrm>
      </p:grpSpPr>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1"/>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rgbClr val="004C69"/>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accent1"/>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chemeClr val="accent1"/>
                </a:solidFill>
                <a:latin typeface="+mj-lt"/>
                <a:cs typeface="CiscoSans Thin"/>
              </a:defRPr>
            </a:lvl1pPr>
          </a:lstStyle>
          <a:p>
            <a:r>
              <a:rPr lang="en-US"/>
              <a:t>Click to edit Master title style</a:t>
            </a:r>
            <a:endParaRPr lang="en-US" dirty="0"/>
          </a:p>
        </p:txBody>
      </p:sp>
    </p:spTree>
    <p:extLst>
      <p:ext uri="{BB962C8B-B14F-4D97-AF65-F5344CB8AC3E}">
        <p14:creationId xmlns:p14="http://schemas.microsoft.com/office/powerpoint/2010/main" val="3653042546"/>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6_Title Slide-animated gradient">
    <p:bg>
      <p:bgPr>
        <a:solidFill>
          <a:schemeClr val="accent5"/>
        </a:solidFill>
        <a:effectLst/>
      </p:bgPr>
    </p:bg>
    <p:spTree>
      <p:nvGrpSpPr>
        <p:cNvPr id="1" name=""/>
        <p:cNvGrpSpPr/>
        <p:nvPr/>
      </p:nvGrpSpPr>
      <p:grpSpPr>
        <a:xfrm>
          <a:off x="0" y="0"/>
          <a:ext cx="0" cy="0"/>
          <a:chOff x="0" y="0"/>
          <a:chExt cx="0" cy="0"/>
        </a:xfrm>
      </p:grpSpPr>
      <p:sp>
        <p:nvSpPr>
          <p:cNvPr id="2" name="Rectangle 1"/>
          <p:cNvSpPr/>
          <p:nvPr userDrawn="1"/>
        </p:nvSpPr>
        <p:spPr>
          <a:xfrm>
            <a:off x="0" y="0"/>
            <a:ext cx="9144000" cy="51435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a:t>Click to edit Master title style</a:t>
            </a:r>
            <a:endParaRPr lang="en-US" dirty="0"/>
          </a:p>
        </p:txBody>
      </p:sp>
    </p:spTree>
    <p:extLst>
      <p:ext uri="{BB962C8B-B14F-4D97-AF65-F5344CB8AC3E}">
        <p14:creationId xmlns:p14="http://schemas.microsoft.com/office/powerpoint/2010/main" val="1974617842"/>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3_Segue">
    <p:bg>
      <p:bgPr>
        <a:solidFill>
          <a:schemeClr val="bg1"/>
        </a:solidFill>
        <a:effectLst/>
      </p:bgPr>
    </p:bg>
    <p:spTree>
      <p:nvGrpSpPr>
        <p:cNvPr id="1" name=""/>
        <p:cNvGrpSpPr/>
        <p:nvPr/>
      </p:nvGrpSpPr>
      <p:grpSpPr>
        <a:xfrm>
          <a:off x="0" y="0"/>
          <a:ext cx="0" cy="0"/>
          <a:chOff x="0" y="0"/>
          <a:chExt cx="0" cy="0"/>
        </a:xfrm>
      </p:grpSpPr>
      <p:sp>
        <p:nvSpPr>
          <p:cNvPr id="7" name="Rectangle 6"/>
          <p:cNvSpPr/>
          <p:nvPr userDrawn="1"/>
        </p:nvSpPr>
        <p:spPr>
          <a:xfrm>
            <a:off x="0" y="0"/>
            <a:ext cx="9144000" cy="5143499"/>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p:cNvSpPr>
            <a:spLocks noGrp="1"/>
          </p:cNvSpPr>
          <p:nvPr>
            <p:ph type="ctrTitle"/>
          </p:nvPr>
        </p:nvSpPr>
        <p:spPr>
          <a:xfrm>
            <a:off x="416425" y="915409"/>
            <a:ext cx="7598042" cy="2569946"/>
          </a:xfrm>
          <a:prstGeom prst="rect">
            <a:avLst/>
          </a:prstGeom>
        </p:spPr>
        <p:txBody>
          <a:bodyPr anchor="b">
            <a:noAutofit/>
          </a:bodyPr>
          <a:lstStyle>
            <a:lvl1pPr marL="0" indent="0" algn="l">
              <a:lnSpc>
                <a:spcPct val="90000"/>
              </a:lnSpc>
              <a:buFont typeface="Arial" panose="020B0604020202020204" pitchFamily="34" charset="0"/>
              <a:buNone/>
              <a:defRPr sz="4600" b="0" i="0" spc="0" baseline="0">
                <a:solidFill>
                  <a:schemeClr val="accent5"/>
                </a:solidFill>
                <a:latin typeface="+mj-lt"/>
                <a:cs typeface="CiscoSans Thin"/>
              </a:defRPr>
            </a:lvl1pPr>
          </a:lstStyle>
          <a:p>
            <a:r>
              <a:rPr lang="en-US"/>
              <a:t>Click to edit Master title style</a:t>
            </a:r>
            <a:endParaRPr lang="en-US" dirty="0"/>
          </a:p>
        </p:txBody>
      </p:sp>
      <p:sp>
        <p:nvSpPr>
          <p:cNvPr id="8" name="Rectangle 7"/>
          <p:cNvSpPr>
            <a:spLocks noChangeArrowheads="1"/>
          </p:cNvSpPr>
          <p:nvPr userDrawn="1"/>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5">
                    <a:lumMod val="50000"/>
                  </a:schemeClr>
                </a:solidFill>
                <a:latin typeface="+mn-lt"/>
                <a:ea typeface="+mn-ea"/>
                <a:cs typeface="CiscoSans Thin"/>
              </a:rPr>
              <a:pPr algn="r" defTabSz="610744" fontAlgn="auto">
                <a:spcBef>
                  <a:spcPts val="0"/>
                </a:spcBef>
                <a:spcAft>
                  <a:spcPts val="0"/>
                </a:spcAft>
                <a:defRPr/>
              </a:pPr>
              <a:t>‹#›</a:t>
            </a:fld>
            <a:endParaRPr lang="en-US" sz="600">
              <a:solidFill>
                <a:schemeClr val="accent5">
                  <a:lumMod val="50000"/>
                </a:schemeClr>
              </a:solidFill>
              <a:latin typeface="+mn-lt"/>
              <a:ea typeface="+mn-ea"/>
              <a:cs typeface="CiscoSans Thin"/>
            </a:endParaRPr>
          </a:p>
        </p:txBody>
      </p:sp>
      <p:sp>
        <p:nvSpPr>
          <p:cNvPr id="9" name="Rectangle 4"/>
          <p:cNvSpPr>
            <a:spLocks noChangeArrowheads="1"/>
          </p:cNvSpPr>
          <p:nvPr userDrawn="1"/>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a:solidFill>
                  <a:schemeClr val="accent5">
                    <a:lumMod val="50000"/>
                  </a:schemeClr>
                </a:solidFill>
                <a:latin typeface="+mn-lt"/>
                <a:ea typeface="+mn-ea"/>
                <a:cs typeface="CiscoSans Thin"/>
              </a:rPr>
              <a:t>© 2016  Cisco and/or its affiliates. All rights reserved.   Cisco Confidential</a:t>
            </a:r>
          </a:p>
        </p:txBody>
      </p:sp>
      <p:grpSp>
        <p:nvGrpSpPr>
          <p:cNvPr id="11" name="Group 4"/>
          <p:cNvGrpSpPr>
            <a:grpSpLocks noChangeAspect="1"/>
          </p:cNvGrpSpPr>
          <p:nvPr userDrawn="1"/>
        </p:nvGrpSpPr>
        <p:grpSpPr bwMode="auto">
          <a:xfrm>
            <a:off x="508039" y="4715197"/>
            <a:ext cx="340257" cy="180974"/>
            <a:chOff x="310" y="249"/>
            <a:chExt cx="502" cy="267"/>
          </a:xfrm>
          <a:solidFill>
            <a:srgbClr val="086D8E"/>
          </a:solidFill>
        </p:grpSpPr>
        <p:sp>
          <p:nvSpPr>
            <p:cNvPr id="12"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9"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1890854121"/>
      </p:ext>
    </p:extLst>
  </p:cSld>
  <p:clrMapOvr>
    <a:masterClrMapping/>
  </p:clrMapOvr>
  <p:transition spd="slow">
    <p:wip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Multi_Slide">
    <p:spTree>
      <p:nvGrpSpPr>
        <p:cNvPr id="1" name=""/>
        <p:cNvGrpSpPr/>
        <p:nvPr/>
      </p:nvGrpSpPr>
      <p:grpSpPr>
        <a:xfrm>
          <a:off x="0" y="0"/>
          <a:ext cx="0" cy="0"/>
          <a:chOff x="0" y="0"/>
          <a:chExt cx="0" cy="0"/>
        </a:xfrm>
      </p:grpSpPr>
      <p:sp>
        <p:nvSpPr>
          <p:cNvPr id="5" name="Content Placeholder 2"/>
          <p:cNvSpPr>
            <a:spLocks noGrp="1"/>
          </p:cNvSpPr>
          <p:nvPr>
            <p:ph idx="1"/>
          </p:nvPr>
        </p:nvSpPr>
        <p:spPr>
          <a:xfrm>
            <a:off x="474662" y="1347788"/>
            <a:ext cx="8280057" cy="3073946"/>
          </a:xfrm>
          <a:prstGeom prst="rect">
            <a:avLst/>
          </a:prstGeom>
        </p:spPr>
        <p:txBody>
          <a:bodyPr lIns="91420" tIns="45710" rIns="91420" bIns="45710">
            <a:noAutofit/>
          </a:bodyPr>
          <a:lstStyle>
            <a:lvl1pPr marL="285690" marR="0" indent="-285690" algn="ctr" defTabSz="457105" rtl="0" eaLnBrk="1" fontAlgn="auto" latinLnBrk="0" hangingPunct="1">
              <a:lnSpc>
                <a:spcPct val="100000"/>
              </a:lnSpc>
              <a:spcBef>
                <a:spcPct val="20000"/>
              </a:spcBef>
              <a:spcAft>
                <a:spcPts val="0"/>
              </a:spcAft>
              <a:buClrTx/>
              <a:buSzTx/>
              <a:buFont typeface="Arial"/>
              <a:buNone/>
              <a:tabLst/>
              <a:defRPr sz="2000" b="0" i="0" baseline="0">
                <a:solidFill>
                  <a:schemeClr val="bg1"/>
                </a:solidFill>
                <a:latin typeface="+mn-lt"/>
                <a:cs typeface="CiscoSans ExtraLight"/>
              </a:defRPr>
            </a:lvl1pPr>
          </a:lstStyle>
          <a:p>
            <a:pPr lvl="0"/>
            <a:r>
              <a:rPr lang="en-US"/>
              <a:t>Click to edit Master text styles</a:t>
            </a:r>
          </a:p>
        </p:txBody>
      </p:sp>
      <p:sp>
        <p:nvSpPr>
          <p:cNvPr id="4" name="Title Placeholder 5"/>
          <p:cNvSpPr>
            <a:spLocks noGrp="1"/>
          </p:cNvSpPr>
          <p:nvPr>
            <p:ph type="title"/>
          </p:nvPr>
        </p:nvSpPr>
        <p:spPr bwMode="auto">
          <a:xfrm>
            <a:off x="437766"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rgbClr val="004C69"/>
                </a:solidFill>
              </a:defRPr>
            </a:lvl1pPr>
          </a:lstStyle>
          <a:p>
            <a:pPr lvl="0"/>
            <a:r>
              <a:rPr lang="en-US"/>
              <a:t>Click to edit Master title style</a:t>
            </a:r>
            <a:endParaRPr lang="en-GB" dirty="0"/>
          </a:p>
        </p:txBody>
      </p:sp>
    </p:spTree>
    <p:extLst>
      <p:ext uri="{BB962C8B-B14F-4D97-AF65-F5344CB8AC3E}">
        <p14:creationId xmlns:p14="http://schemas.microsoft.com/office/powerpoint/2010/main" val="5429679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222912136"/>
      </p:ext>
    </p:extLst>
  </p:cSld>
  <p:clrMapOvr>
    <a:overrideClrMapping bg1="lt1" tx1="dk1" bg2="lt2" tx2="dk2" accent1="accent1" accent2="accent2" accent3="accent3" accent4="accent4" accent5="accent5" accent6="accent6" hlink="hlink" folHlink="folHlink"/>
  </p:clrMapOvr>
  <p:transition spd="med">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2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12" name="Oval 11"/>
          <p:cNvSpPr/>
          <p:nvPr/>
        </p:nvSpPr>
        <p:spPr>
          <a:xfrm>
            <a:off x="575610" y="2552550"/>
            <a:ext cx="698624" cy="698624"/>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a:solidFill>
                <a:srgbClr val="FFFFFF"/>
              </a:solidFill>
              <a:cs typeface="Arial"/>
            </a:endParaRPr>
          </a:p>
        </p:txBody>
      </p:sp>
      <p:sp>
        <p:nvSpPr>
          <p:cNvPr id="15" name="Oval 14"/>
          <p:cNvSpPr/>
          <p:nvPr/>
        </p:nvSpPr>
        <p:spPr>
          <a:xfrm>
            <a:off x="575610" y="1426607"/>
            <a:ext cx="698624" cy="698624"/>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a:ln>
                <a:solidFill>
                  <a:schemeClr val="bg2"/>
                </a:solidFill>
              </a:ln>
              <a:solidFill>
                <a:schemeClr val="bg1"/>
              </a:solidFill>
              <a:cs typeface="Arial"/>
            </a:endParaRPr>
          </a:p>
        </p:txBody>
      </p:sp>
      <p:sp>
        <p:nvSpPr>
          <p:cNvPr id="22" name="Oval 21"/>
          <p:cNvSpPr/>
          <p:nvPr/>
        </p:nvSpPr>
        <p:spPr>
          <a:xfrm>
            <a:off x="575610" y="3653093"/>
            <a:ext cx="698624" cy="698624"/>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a:solidFill>
                <a:srgbClr val="049FD9"/>
              </a:solidFill>
              <a:cs typeface="Arial"/>
            </a:endParaRPr>
          </a:p>
        </p:txBody>
      </p:sp>
      <p:sp>
        <p:nvSpPr>
          <p:cNvPr id="24" name="Text Placeholder 17"/>
          <p:cNvSpPr>
            <a:spLocks noGrp="1"/>
          </p:cNvSpPr>
          <p:nvPr>
            <p:ph type="body" sz="quarter" idx="13"/>
          </p:nvPr>
        </p:nvSpPr>
        <p:spPr>
          <a:xfrm>
            <a:off x="1365250" y="1432522"/>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5" name="Text Placeholder 17"/>
          <p:cNvSpPr>
            <a:spLocks noGrp="1"/>
          </p:cNvSpPr>
          <p:nvPr>
            <p:ph type="body" sz="quarter" idx="14"/>
          </p:nvPr>
        </p:nvSpPr>
        <p:spPr>
          <a:xfrm>
            <a:off x="1365250" y="25577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365250" y="36530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8" name="Text Placeholder 17"/>
          <p:cNvSpPr>
            <a:spLocks noGrp="1"/>
          </p:cNvSpPr>
          <p:nvPr>
            <p:ph type="body" sz="quarter" idx="17" hasCustomPrompt="1"/>
          </p:nvPr>
        </p:nvSpPr>
        <p:spPr>
          <a:xfrm>
            <a:off x="575610" y="2552550"/>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1" y="3651140"/>
            <a:ext cx="698624" cy="693381"/>
          </a:xfrm>
          <a:prstGeom prst="rect">
            <a:avLst/>
          </a:prstGeom>
          <a:ln>
            <a:noFill/>
          </a:ln>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Text Placeholder 17"/>
          <p:cNvSpPr>
            <a:spLocks noGrp="1"/>
          </p:cNvSpPr>
          <p:nvPr>
            <p:ph type="body" sz="quarter" idx="19" hasCustomPrompt="1"/>
          </p:nvPr>
        </p:nvSpPr>
        <p:spPr>
          <a:xfrm>
            <a:off x="575610" y="1427248"/>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Tree>
    <p:extLst>
      <p:ext uri="{BB962C8B-B14F-4D97-AF65-F5344CB8AC3E}">
        <p14:creationId xmlns:p14="http://schemas.microsoft.com/office/powerpoint/2010/main" val="3053872667"/>
      </p:ext>
    </p:extLst>
  </p:cSld>
  <p:clrMapOvr>
    <a:masterClrMapping/>
  </p:clrMapOvr>
  <p:transition spd="slow">
    <p:wip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5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12" name="Oval 1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a:ln>
                <a:solidFill>
                  <a:schemeClr val="bg2"/>
                </a:solidFill>
              </a:ln>
              <a:solidFill>
                <a:schemeClr val="accent5"/>
              </a:solidFill>
              <a:cs typeface="Arial"/>
            </a:endParaRPr>
          </a:p>
        </p:txBody>
      </p:sp>
      <p:sp>
        <p:nvSpPr>
          <p:cNvPr id="15" name="Oval 14"/>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a:ln>
                <a:solidFill>
                  <a:schemeClr val="bg2"/>
                </a:solidFill>
              </a:ln>
              <a:solidFill>
                <a:schemeClr val="accent5"/>
              </a:solidFill>
              <a:cs typeface="Arial"/>
            </a:endParaRPr>
          </a:p>
        </p:txBody>
      </p:sp>
      <p:sp>
        <p:nvSpPr>
          <p:cNvPr id="22" name="Oval 21"/>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a:ln>
                <a:solidFill>
                  <a:schemeClr val="bg2"/>
                </a:solidFill>
              </a:ln>
              <a:solidFill>
                <a:schemeClr val="accent5"/>
              </a:solidFill>
              <a:cs typeface="Arial"/>
            </a:endParaRPr>
          </a:p>
        </p:txBody>
      </p:sp>
      <p:sp>
        <p:nvSpPr>
          <p:cNvPr id="24" name="Text Placeholder 17"/>
          <p:cNvSpPr>
            <a:spLocks noGrp="1"/>
          </p:cNvSpPr>
          <p:nvPr>
            <p:ph type="body" sz="quarter" idx="13"/>
          </p:nvPr>
        </p:nvSpPr>
        <p:spPr>
          <a:xfrm>
            <a:off x="1172384" y="1334842"/>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5" name="Text Placeholder 17"/>
          <p:cNvSpPr>
            <a:spLocks noGrp="1"/>
          </p:cNvSpPr>
          <p:nvPr>
            <p:ph type="body" sz="quarter" idx="14"/>
          </p:nvPr>
        </p:nvSpPr>
        <p:spPr>
          <a:xfrm>
            <a:off x="1172385" y="198456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172385" y="262744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7"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28"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Oval 12"/>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a:ln>
                <a:solidFill>
                  <a:schemeClr val="bg2"/>
                </a:solidFill>
              </a:ln>
              <a:solidFill>
                <a:schemeClr val="accent5"/>
              </a:solidFill>
              <a:cs typeface="Arial"/>
            </a:endParaRPr>
          </a:p>
        </p:txBody>
      </p:sp>
      <p:sp>
        <p:nvSpPr>
          <p:cNvPr id="14" name="Text Placeholder 17"/>
          <p:cNvSpPr>
            <a:spLocks noGrp="1"/>
          </p:cNvSpPr>
          <p:nvPr>
            <p:ph type="body" sz="quarter" idx="19"/>
          </p:nvPr>
        </p:nvSpPr>
        <p:spPr>
          <a:xfrm>
            <a:off x="1172386" y="327458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6"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17" name="Oval 16"/>
          <p:cNvSpPr/>
          <p:nvPr/>
        </p:nvSpPr>
        <p:spPr>
          <a:xfrm>
            <a:off x="575613" y="3921716"/>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a:ln>
                <a:solidFill>
                  <a:schemeClr val="bg2"/>
                </a:solidFill>
              </a:ln>
              <a:solidFill>
                <a:schemeClr val="accent5"/>
              </a:solidFill>
              <a:cs typeface="Arial"/>
            </a:endParaRPr>
          </a:p>
        </p:txBody>
      </p:sp>
      <p:sp>
        <p:nvSpPr>
          <p:cNvPr id="18" name="Text Placeholder 17"/>
          <p:cNvSpPr>
            <a:spLocks noGrp="1"/>
          </p:cNvSpPr>
          <p:nvPr>
            <p:ph type="body" sz="quarter" idx="21"/>
          </p:nvPr>
        </p:nvSpPr>
        <p:spPr>
          <a:xfrm>
            <a:off x="1172387" y="392171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9" name="Text Placeholder 17"/>
          <p:cNvSpPr>
            <a:spLocks noGrp="1"/>
          </p:cNvSpPr>
          <p:nvPr>
            <p:ph type="body" sz="quarter" idx="22" hasCustomPrompt="1"/>
          </p:nvPr>
        </p:nvSpPr>
        <p:spPr>
          <a:xfrm>
            <a:off x="575614" y="3919763"/>
            <a:ext cx="464815" cy="461327"/>
          </a:xfrm>
          <a:prstGeom prst="rect">
            <a:avLst/>
          </a:prstGeom>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Tree>
    <p:extLst>
      <p:ext uri="{BB962C8B-B14F-4D97-AF65-F5344CB8AC3E}">
        <p14:creationId xmlns:p14="http://schemas.microsoft.com/office/powerpoint/2010/main" val="2962125011"/>
      </p:ext>
    </p:extLst>
  </p:cSld>
  <p:clrMapOvr>
    <a:masterClrMapping/>
  </p:clrMapOvr>
  <p:transition spd="slow">
    <p:wip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6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4C69"/>
                </a:solidFill>
              </a:defRPr>
            </a:lvl1pPr>
          </a:lstStyle>
          <a:p>
            <a:r>
              <a:rPr lang="en-US"/>
              <a:t>Click to edit Master title style</a:t>
            </a:r>
            <a:endParaRPr lang="en-US" dirty="0"/>
          </a:p>
        </p:txBody>
      </p:sp>
      <p:sp>
        <p:nvSpPr>
          <p:cNvPr id="42" name="Oval 4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a:ln>
                <a:solidFill>
                  <a:schemeClr val="bg2"/>
                </a:solidFill>
              </a:ln>
              <a:solidFill>
                <a:schemeClr val="bg2"/>
              </a:solidFill>
              <a:cs typeface="Arial"/>
            </a:endParaRPr>
          </a:p>
        </p:txBody>
      </p:sp>
      <p:sp>
        <p:nvSpPr>
          <p:cNvPr id="43" name="Oval 42"/>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a:ln>
                <a:solidFill>
                  <a:schemeClr val="bg2"/>
                </a:solidFill>
              </a:ln>
              <a:solidFill>
                <a:srgbClr val="FFFFFF"/>
              </a:solidFill>
              <a:cs typeface="Arial"/>
            </a:endParaRPr>
          </a:p>
        </p:txBody>
      </p:sp>
      <p:sp>
        <p:nvSpPr>
          <p:cNvPr id="44" name="Oval 43"/>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a:ln>
                <a:solidFill>
                  <a:schemeClr val="bg2"/>
                </a:solidFill>
              </a:ln>
              <a:solidFill>
                <a:schemeClr val="bg2"/>
              </a:solidFill>
              <a:cs typeface="Arial"/>
            </a:endParaRPr>
          </a:p>
        </p:txBody>
      </p:sp>
      <p:sp>
        <p:nvSpPr>
          <p:cNvPr id="45" name="Text Placeholder 17"/>
          <p:cNvSpPr>
            <a:spLocks noGrp="1"/>
          </p:cNvSpPr>
          <p:nvPr>
            <p:ph type="body" sz="quarter" idx="13"/>
          </p:nvPr>
        </p:nvSpPr>
        <p:spPr>
          <a:xfrm>
            <a:off x="1172384" y="133484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6" name="Text Placeholder 17"/>
          <p:cNvSpPr>
            <a:spLocks noGrp="1"/>
          </p:cNvSpPr>
          <p:nvPr>
            <p:ph type="body" sz="quarter" idx="14"/>
          </p:nvPr>
        </p:nvSpPr>
        <p:spPr>
          <a:xfrm>
            <a:off x="1172385" y="198456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7" name="Text Placeholder 17"/>
          <p:cNvSpPr>
            <a:spLocks noGrp="1"/>
          </p:cNvSpPr>
          <p:nvPr>
            <p:ph type="body" sz="quarter" idx="15"/>
          </p:nvPr>
        </p:nvSpPr>
        <p:spPr>
          <a:xfrm>
            <a:off x="1172385" y="262744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8"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49"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50"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51" name="Oval 50"/>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a:ln>
                <a:solidFill>
                  <a:schemeClr val="bg2"/>
                </a:solidFill>
              </a:ln>
              <a:solidFill>
                <a:schemeClr val="bg2"/>
              </a:solidFill>
              <a:cs typeface="Arial"/>
            </a:endParaRPr>
          </a:p>
        </p:txBody>
      </p:sp>
      <p:sp>
        <p:nvSpPr>
          <p:cNvPr id="52" name="Text Placeholder 17"/>
          <p:cNvSpPr>
            <a:spLocks noGrp="1"/>
          </p:cNvSpPr>
          <p:nvPr>
            <p:ph type="body" sz="quarter" idx="19"/>
          </p:nvPr>
        </p:nvSpPr>
        <p:spPr>
          <a:xfrm>
            <a:off x="1172386" y="327458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3"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54" name="Oval 53"/>
          <p:cNvSpPr/>
          <p:nvPr/>
        </p:nvSpPr>
        <p:spPr>
          <a:xfrm>
            <a:off x="575613" y="3921716"/>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a:ln>
                <a:solidFill>
                  <a:schemeClr val="bg2"/>
                </a:solidFill>
              </a:ln>
              <a:solidFill>
                <a:schemeClr val="bg2"/>
              </a:solidFill>
              <a:cs typeface="Arial"/>
            </a:endParaRPr>
          </a:p>
        </p:txBody>
      </p:sp>
      <p:sp>
        <p:nvSpPr>
          <p:cNvPr id="55" name="Text Placeholder 17"/>
          <p:cNvSpPr>
            <a:spLocks noGrp="1"/>
          </p:cNvSpPr>
          <p:nvPr>
            <p:ph type="body" sz="quarter" idx="21"/>
          </p:nvPr>
        </p:nvSpPr>
        <p:spPr>
          <a:xfrm>
            <a:off x="1172387" y="392171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6" name="Text Placeholder 17"/>
          <p:cNvSpPr>
            <a:spLocks noGrp="1"/>
          </p:cNvSpPr>
          <p:nvPr>
            <p:ph type="body" sz="quarter" idx="22" hasCustomPrompt="1"/>
          </p:nvPr>
        </p:nvSpPr>
        <p:spPr>
          <a:xfrm>
            <a:off x="575614" y="391976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
        <p:nvSpPr>
          <p:cNvPr id="57" name="Oval 56"/>
          <p:cNvSpPr/>
          <p:nvPr/>
        </p:nvSpPr>
        <p:spPr>
          <a:xfrm>
            <a:off x="4414576" y="1983084"/>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a:ln>
                <a:solidFill>
                  <a:schemeClr val="bg2"/>
                </a:solidFill>
              </a:ln>
              <a:solidFill>
                <a:schemeClr val="bg2"/>
              </a:solidFill>
              <a:cs typeface="Arial"/>
            </a:endParaRPr>
          </a:p>
        </p:txBody>
      </p:sp>
      <p:sp>
        <p:nvSpPr>
          <p:cNvPr id="58" name="Oval 57"/>
          <p:cNvSpPr/>
          <p:nvPr/>
        </p:nvSpPr>
        <p:spPr>
          <a:xfrm>
            <a:off x="4414575" y="1332693"/>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a:ln>
                <a:solidFill>
                  <a:schemeClr val="bg2"/>
                </a:solidFill>
              </a:ln>
              <a:solidFill>
                <a:schemeClr val="bg2"/>
              </a:solidFill>
              <a:cs typeface="Arial"/>
            </a:endParaRPr>
          </a:p>
        </p:txBody>
      </p:sp>
      <p:sp>
        <p:nvSpPr>
          <p:cNvPr id="59" name="Oval 58"/>
          <p:cNvSpPr/>
          <p:nvPr/>
        </p:nvSpPr>
        <p:spPr>
          <a:xfrm>
            <a:off x="4414576" y="2631212"/>
            <a:ext cx="464815" cy="464815"/>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a:ln>
                <a:solidFill>
                  <a:schemeClr val="bg2"/>
                </a:solidFill>
              </a:ln>
              <a:solidFill>
                <a:schemeClr val="bg2"/>
              </a:solidFill>
              <a:cs typeface="Arial"/>
            </a:endParaRPr>
          </a:p>
        </p:txBody>
      </p:sp>
      <p:sp>
        <p:nvSpPr>
          <p:cNvPr id="60" name="Text Placeholder 17"/>
          <p:cNvSpPr>
            <a:spLocks noGrp="1"/>
          </p:cNvSpPr>
          <p:nvPr>
            <p:ph type="body" sz="quarter" idx="23"/>
          </p:nvPr>
        </p:nvSpPr>
        <p:spPr>
          <a:xfrm>
            <a:off x="5011349" y="1338608"/>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1" name="Text Placeholder 17"/>
          <p:cNvSpPr>
            <a:spLocks noGrp="1"/>
          </p:cNvSpPr>
          <p:nvPr>
            <p:ph type="body" sz="quarter" idx="24"/>
          </p:nvPr>
        </p:nvSpPr>
        <p:spPr>
          <a:xfrm>
            <a:off x="5011350" y="198832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2" name="Text Placeholder 17"/>
          <p:cNvSpPr>
            <a:spLocks noGrp="1"/>
          </p:cNvSpPr>
          <p:nvPr>
            <p:ph type="body" sz="quarter" idx="25"/>
          </p:nvPr>
        </p:nvSpPr>
        <p:spPr>
          <a:xfrm>
            <a:off x="5011350" y="263121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3" name="Text Placeholder 17"/>
          <p:cNvSpPr>
            <a:spLocks noGrp="1"/>
          </p:cNvSpPr>
          <p:nvPr>
            <p:ph type="body" sz="quarter" idx="26" hasCustomPrompt="1"/>
          </p:nvPr>
        </p:nvSpPr>
        <p:spPr>
          <a:xfrm>
            <a:off x="4414576" y="1331287"/>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6</a:t>
            </a:r>
          </a:p>
        </p:txBody>
      </p:sp>
      <p:sp>
        <p:nvSpPr>
          <p:cNvPr id="64" name="Text Placeholder 17"/>
          <p:cNvSpPr>
            <a:spLocks noGrp="1"/>
          </p:cNvSpPr>
          <p:nvPr>
            <p:ph type="body" sz="quarter" idx="27" hasCustomPrompt="1"/>
          </p:nvPr>
        </p:nvSpPr>
        <p:spPr>
          <a:xfrm>
            <a:off x="4414576" y="198308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7</a:t>
            </a:r>
          </a:p>
        </p:txBody>
      </p:sp>
      <p:sp>
        <p:nvSpPr>
          <p:cNvPr id="65" name="Text Placeholder 17"/>
          <p:cNvSpPr>
            <a:spLocks noGrp="1"/>
          </p:cNvSpPr>
          <p:nvPr>
            <p:ph type="body" sz="quarter" idx="28" hasCustomPrompt="1"/>
          </p:nvPr>
        </p:nvSpPr>
        <p:spPr>
          <a:xfrm>
            <a:off x="4414577" y="262925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8</a:t>
            </a:r>
          </a:p>
        </p:txBody>
      </p:sp>
      <p:sp>
        <p:nvSpPr>
          <p:cNvPr id="66" name="Oval 65"/>
          <p:cNvSpPr/>
          <p:nvPr/>
        </p:nvSpPr>
        <p:spPr>
          <a:xfrm>
            <a:off x="4414577" y="3278347"/>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a:ln>
                <a:solidFill>
                  <a:schemeClr val="bg2"/>
                </a:solidFill>
              </a:ln>
              <a:solidFill>
                <a:schemeClr val="bg2"/>
              </a:solidFill>
              <a:cs typeface="Arial"/>
            </a:endParaRPr>
          </a:p>
        </p:txBody>
      </p:sp>
      <p:sp>
        <p:nvSpPr>
          <p:cNvPr id="67" name="Text Placeholder 17"/>
          <p:cNvSpPr>
            <a:spLocks noGrp="1"/>
          </p:cNvSpPr>
          <p:nvPr>
            <p:ph type="body" sz="quarter" idx="29"/>
          </p:nvPr>
        </p:nvSpPr>
        <p:spPr>
          <a:xfrm>
            <a:off x="5011351" y="327834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8" name="Text Placeholder 17"/>
          <p:cNvSpPr>
            <a:spLocks noGrp="1"/>
          </p:cNvSpPr>
          <p:nvPr>
            <p:ph type="body" sz="quarter" idx="30" hasCustomPrompt="1"/>
          </p:nvPr>
        </p:nvSpPr>
        <p:spPr>
          <a:xfrm>
            <a:off x="4414578" y="327639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9</a:t>
            </a:r>
          </a:p>
        </p:txBody>
      </p:sp>
      <p:sp>
        <p:nvSpPr>
          <p:cNvPr id="69" name="Oval 68"/>
          <p:cNvSpPr/>
          <p:nvPr/>
        </p:nvSpPr>
        <p:spPr>
          <a:xfrm>
            <a:off x="4414578" y="3925482"/>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a:ln>
                <a:solidFill>
                  <a:schemeClr val="bg2"/>
                </a:solidFill>
              </a:ln>
              <a:solidFill>
                <a:schemeClr val="bg2"/>
              </a:solidFill>
              <a:cs typeface="Arial"/>
            </a:endParaRPr>
          </a:p>
        </p:txBody>
      </p:sp>
      <p:sp>
        <p:nvSpPr>
          <p:cNvPr id="70" name="Text Placeholder 17"/>
          <p:cNvSpPr>
            <a:spLocks noGrp="1"/>
          </p:cNvSpPr>
          <p:nvPr>
            <p:ph type="body" sz="quarter" idx="31"/>
          </p:nvPr>
        </p:nvSpPr>
        <p:spPr>
          <a:xfrm>
            <a:off x="5011352" y="392548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71" name="Text Placeholder 17"/>
          <p:cNvSpPr>
            <a:spLocks noGrp="1"/>
          </p:cNvSpPr>
          <p:nvPr>
            <p:ph type="body" sz="quarter" idx="32" hasCustomPrompt="1"/>
          </p:nvPr>
        </p:nvSpPr>
        <p:spPr>
          <a:xfrm>
            <a:off x="4414579" y="392352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10</a:t>
            </a:r>
          </a:p>
        </p:txBody>
      </p:sp>
    </p:spTree>
    <p:extLst>
      <p:ext uri="{BB962C8B-B14F-4D97-AF65-F5344CB8AC3E}">
        <p14:creationId xmlns:p14="http://schemas.microsoft.com/office/powerpoint/2010/main" val="3643099958"/>
      </p:ext>
    </p:extLst>
  </p:cSld>
  <p:clrMapOvr>
    <a:masterClrMapping/>
  </p:clrMapOvr>
  <p:transition spd="slow">
    <p:wip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1_Closing Slide">
    <p:bg>
      <p:bgPr>
        <a:solidFill>
          <a:schemeClr val="accent5"/>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1"/>
            <a:ext cx="9143999" cy="5165874"/>
          </a:xfrm>
          <a:prstGeom prst="rect">
            <a:avLst/>
          </a:prstGeom>
        </p:spPr>
      </p:pic>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1198843304"/>
      </p:ext>
    </p:extLst>
  </p:cSld>
  <p:clrMapOvr>
    <a:masterClrMapping/>
  </p:clrMapOvr>
  <p:transition spd="slow">
    <p:wip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Closing Slide">
    <p:bg>
      <p:bgPr>
        <a:solidFill>
          <a:schemeClr val="accent5"/>
        </a:solidFill>
        <a:effectLst/>
      </p:bgPr>
    </p:bg>
    <p:spTree>
      <p:nvGrpSpPr>
        <p:cNvPr id="1" name=""/>
        <p:cNvGrpSpPr/>
        <p:nvPr/>
      </p:nvGrpSpPr>
      <p:grpSpPr>
        <a:xfrm>
          <a:off x="0" y="0"/>
          <a:ext cx="0" cy="0"/>
          <a:chOff x="0" y="0"/>
          <a:chExt cx="0" cy="0"/>
        </a:xfrm>
      </p:grpSpPr>
      <p:sp>
        <p:nvSpPr>
          <p:cNvPr id="3" name="Rectangle 2"/>
          <p:cNvSpPr/>
          <p:nvPr userDrawn="1"/>
        </p:nvSpPr>
        <p:spPr>
          <a:xfrm>
            <a:off x="0" y="0"/>
            <a:ext cx="9144000" cy="5143500"/>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147974899"/>
      </p:ext>
    </p:extLst>
  </p:cSld>
  <p:clrMapOvr>
    <a:masterClrMapping/>
  </p:clrMapOvr>
  <p:transition spd="slow">
    <p:wip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3_Closing Slide">
    <p:bg>
      <p:bgPr>
        <a:solidFill>
          <a:schemeClr val="accent5"/>
        </a:solidFill>
        <a:effectLst/>
      </p:bgPr>
    </p:bg>
    <p:spTree>
      <p:nvGrpSpPr>
        <p:cNvPr id="1" name=""/>
        <p:cNvGrpSpPr/>
        <p:nvPr/>
      </p:nvGrpSpPr>
      <p:grpSpPr>
        <a:xfrm>
          <a:off x="0" y="0"/>
          <a:ext cx="0" cy="0"/>
          <a:chOff x="0" y="0"/>
          <a:chExt cx="0" cy="0"/>
        </a:xfrm>
      </p:grpSpPr>
      <p:grpSp>
        <p:nvGrpSpPr>
          <p:cNvPr id="4" name="Group 4"/>
          <p:cNvGrpSpPr>
            <a:grpSpLocks noChangeAspect="1"/>
          </p:cNvGrpSpPr>
          <p:nvPr userDrawn="1"/>
        </p:nvGrpSpPr>
        <p:grpSpPr bwMode="auto">
          <a:xfrm>
            <a:off x="3746294" y="2129856"/>
            <a:ext cx="1617944" cy="860542"/>
            <a:chOff x="310" y="249"/>
            <a:chExt cx="502" cy="267"/>
          </a:xfrm>
          <a:solidFill>
            <a:schemeClr val="accent1">
              <a:lumMod val="75000"/>
            </a:schemeClr>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1851544963"/>
      </p:ext>
    </p:extLst>
  </p:cSld>
  <p:clrMapOvr>
    <a:masterClrMapping/>
  </p:clrMapOvr>
  <p:transition spd="slow">
    <p:wip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4" name="Slide Number Placeholder 6"/>
          <p:cNvSpPr>
            <a:spLocks noGrp="1"/>
          </p:cNvSpPr>
          <p:nvPr>
            <p:ph type="sldNum" sz="quarter" idx="4"/>
          </p:nvPr>
        </p:nvSpPr>
        <p:spPr>
          <a:xfrm>
            <a:off x="8473441" y="4954263"/>
            <a:ext cx="676910" cy="189238"/>
          </a:xfrm>
          <a:prstGeom prst="rect">
            <a:avLst/>
          </a:prstGeom>
        </p:spPr>
        <p:txBody>
          <a:bodyPr vert="horz" lIns="91440" tIns="45720" rIns="91440" bIns="45720" rtlCol="0" anchor="ctr"/>
          <a:lstStyle>
            <a:lvl1pPr algn="r">
              <a:defRPr sz="525">
                <a:solidFill>
                  <a:schemeClr val="tx2"/>
                </a:solidFill>
              </a:defRPr>
            </a:lvl1pPr>
          </a:lstStyle>
          <a:p>
            <a:pPr defTabSz="385763">
              <a:defRPr/>
            </a:pPr>
            <a:fld id="{2F5CCB13-0A32-4557-88E9-079F0C330695}" type="slidenum">
              <a:rPr lang="en-US" kern="0" smtClean="0">
                <a:solidFill>
                  <a:srgbClr val="595959"/>
                </a:solidFill>
              </a:rPr>
              <a:pPr defTabSz="385763">
                <a:defRPr/>
              </a:pPr>
              <a:t>‹#›</a:t>
            </a:fld>
            <a:endParaRPr lang="en-US" kern="0">
              <a:solidFill>
                <a:srgbClr val="595959"/>
              </a:solidFill>
            </a:endParaRPr>
          </a:p>
        </p:txBody>
      </p:sp>
      <p:sp>
        <p:nvSpPr>
          <p:cNvPr id="5" name="Rectangle 3"/>
          <p:cNvSpPr>
            <a:spLocks noGrp="1" noChangeArrowheads="1"/>
          </p:cNvSpPr>
          <p:nvPr>
            <p:ph idx="1"/>
          </p:nvPr>
        </p:nvSpPr>
        <p:spPr bwMode="auto">
          <a:xfrm>
            <a:off x="144065" y="798944"/>
            <a:ext cx="8853286" cy="41553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nSpc>
                <a:spcPct val="100000"/>
              </a:lnSpc>
              <a:spcBef>
                <a:spcPts val="600"/>
              </a:spcBef>
              <a:spcAft>
                <a:spcPts val="600"/>
              </a:spcAft>
              <a:buFont typeface="Wingdings" panose="05000000000000000000" pitchFamily="2" charset="2"/>
              <a:buChar char="§"/>
              <a:defRPr>
                <a:solidFill>
                  <a:srgbClr val="000000"/>
                </a:solidFill>
              </a:defRPr>
            </a:lvl1pPr>
            <a:lvl2pPr>
              <a:lnSpc>
                <a:spcPct val="100000"/>
              </a:lnSpc>
              <a:spcBef>
                <a:spcPts val="300"/>
              </a:spcBef>
              <a:spcAft>
                <a:spcPts val="300"/>
              </a:spcAft>
              <a:defRPr>
                <a:solidFill>
                  <a:srgbClr val="000000"/>
                </a:solidFill>
              </a:defRPr>
            </a:lvl2pPr>
            <a:lvl3pPr>
              <a:lnSpc>
                <a:spcPct val="100000"/>
              </a:lnSpc>
              <a:spcBef>
                <a:spcPts val="300"/>
              </a:spcBef>
              <a:spcAft>
                <a:spcPts val="300"/>
              </a:spcAft>
              <a:defRPr>
                <a:solidFill>
                  <a:srgbClr val="000000"/>
                </a:solidFill>
              </a:defRPr>
            </a:lvl3pPr>
            <a:lvl4pPr>
              <a:lnSpc>
                <a:spcPct val="100000"/>
              </a:lnSpc>
              <a:spcBef>
                <a:spcPts val="300"/>
              </a:spcBef>
              <a:spcAft>
                <a:spcPts val="300"/>
              </a:spcAft>
              <a:defRPr>
                <a:solidFill>
                  <a:srgbClr val="000000"/>
                </a:solidFill>
              </a:defRPr>
            </a:lvl4pPr>
          </a:lstStyle>
          <a:p>
            <a:pPr lvl="0"/>
            <a:r>
              <a:rPr lang="en-US">
                <a:sym typeface="Arial" pitchFamily="34" charset="0"/>
              </a:rPr>
              <a:t>Click to edit Master text styles</a:t>
            </a:r>
          </a:p>
          <a:p>
            <a:pPr lvl="1"/>
            <a:r>
              <a:rPr lang="en-US">
                <a:sym typeface="Arial" pitchFamily="34" charset="0"/>
              </a:rPr>
              <a:t>Second level</a:t>
            </a:r>
          </a:p>
          <a:p>
            <a:pPr lvl="2"/>
            <a:r>
              <a:rPr lang="en-US">
                <a:sym typeface="Arial" pitchFamily="34" charset="0"/>
              </a:rPr>
              <a:t>Third level</a:t>
            </a:r>
          </a:p>
          <a:p>
            <a:pPr lvl="3"/>
            <a:r>
              <a:rPr lang="en-US">
                <a:sym typeface="Arial" pitchFamily="34" charset="0"/>
              </a:rPr>
              <a:t>Fourth level</a:t>
            </a:r>
          </a:p>
        </p:txBody>
      </p:sp>
      <p:sp>
        <p:nvSpPr>
          <p:cNvPr id="6" name="Rectangle 2"/>
          <p:cNvSpPr>
            <a:spLocks noGrp="1" noChangeArrowheads="1"/>
          </p:cNvSpPr>
          <p:nvPr>
            <p:ph type="title"/>
          </p:nvPr>
        </p:nvSpPr>
        <p:spPr bwMode="auto">
          <a:xfrm>
            <a:off x="1" y="41393"/>
            <a:ext cx="9144000" cy="757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nSpc>
                <a:spcPct val="100000"/>
              </a:lnSpc>
              <a:defRPr sz="2400"/>
            </a:lvl1pPr>
          </a:lstStyle>
          <a:p>
            <a:pPr lvl="0"/>
            <a:r>
              <a:rPr lang="en-US">
                <a:sym typeface="Arial" pitchFamily="34" charset="0"/>
              </a:rPr>
              <a:t>Click to edit Master title style</a:t>
            </a:r>
            <a:endParaRPr lang="en-US" dirty="0">
              <a:sym typeface="Arial" pitchFamily="34" charset="0"/>
            </a:endParaRPr>
          </a:p>
        </p:txBody>
      </p:sp>
    </p:spTree>
    <p:extLst>
      <p:ext uri="{BB962C8B-B14F-4D97-AF65-F5344CB8AC3E}">
        <p14:creationId xmlns:p14="http://schemas.microsoft.com/office/powerpoint/2010/main" val="2257996623"/>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992501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5"/>
          <p:cNvSpPr>
            <a:spLocks noGrp="1"/>
          </p:cNvSpPr>
          <p:nvPr>
            <p:ph type="title"/>
          </p:nvPr>
        </p:nvSpPr>
        <p:spPr bwMode="auto">
          <a:xfrm>
            <a:off x="438150"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4" tIns="45712" rIns="91424" bIns="45712" numCol="1" anchor="ctr" anchorCtr="0" compatLnSpc="1">
            <a:prstTxWarp prst="textNoShape">
              <a:avLst/>
            </a:prstTxWarp>
          </a:bodyPr>
          <a:lstStyle/>
          <a:p>
            <a:pPr lvl="0"/>
            <a:r>
              <a:rPr lang="en-GB" altLang="en-US" dirty="0"/>
              <a:t>Title Goes Here</a:t>
            </a:r>
          </a:p>
        </p:txBody>
      </p:sp>
      <p:sp>
        <p:nvSpPr>
          <p:cNvPr id="12" name="Rectangle 7"/>
          <p:cNvSpPr>
            <a:spLocks noChangeArrowheads="1"/>
          </p:cNvSpPr>
          <p:nvPr/>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3">
                    <a:lumMod val="85000"/>
                  </a:schemeClr>
                </a:solidFill>
                <a:latin typeface="+mn-lt"/>
                <a:ea typeface="+mn-ea"/>
                <a:cs typeface="CiscoSans Thin"/>
              </a:rPr>
              <a:pPr algn="r" defTabSz="610744" fontAlgn="auto">
                <a:spcBef>
                  <a:spcPts val="0"/>
                </a:spcBef>
                <a:spcAft>
                  <a:spcPts val="0"/>
                </a:spcAft>
                <a:defRPr/>
              </a:pPr>
              <a:t>‹#›</a:t>
            </a:fld>
            <a:endParaRPr lang="en-US" sz="600">
              <a:solidFill>
                <a:schemeClr val="accent3">
                  <a:lumMod val="85000"/>
                </a:schemeClr>
              </a:solidFill>
              <a:latin typeface="+mn-lt"/>
              <a:ea typeface="+mn-ea"/>
              <a:cs typeface="CiscoSans Thin"/>
            </a:endParaRPr>
          </a:p>
        </p:txBody>
      </p:sp>
      <p:sp>
        <p:nvSpPr>
          <p:cNvPr id="13" name="Rectangle 4"/>
          <p:cNvSpPr>
            <a:spLocks noChangeArrowheads="1"/>
          </p:cNvSpPr>
          <p:nvPr/>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a:solidFill>
                  <a:schemeClr val="accent3">
                    <a:lumMod val="85000"/>
                  </a:schemeClr>
                </a:solidFill>
                <a:latin typeface="+mn-lt"/>
                <a:ea typeface="+mn-ea"/>
                <a:cs typeface="CiscoSans Thin"/>
              </a:rPr>
              <a:t>© 2016  Cisco and/or its affiliates. All rights reserved.   Cisco Confidential</a:t>
            </a:r>
          </a:p>
        </p:txBody>
      </p:sp>
      <p:grpSp>
        <p:nvGrpSpPr>
          <p:cNvPr id="6" name="Group 4"/>
          <p:cNvGrpSpPr>
            <a:grpSpLocks noChangeAspect="1"/>
          </p:cNvGrpSpPr>
          <p:nvPr userDrawn="1"/>
        </p:nvGrpSpPr>
        <p:grpSpPr bwMode="auto">
          <a:xfrm>
            <a:off x="508039" y="4715197"/>
            <a:ext cx="340257" cy="180974"/>
            <a:chOff x="310" y="249"/>
            <a:chExt cx="502" cy="267"/>
          </a:xfrm>
          <a:solidFill>
            <a:schemeClr val="accent5"/>
          </a:solidFill>
        </p:grpSpPr>
        <p:sp>
          <p:nvSpPr>
            <p:cNvPr id="7"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9"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9"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Tree>
  </p:cSld>
  <p:clrMap bg1="lt1" tx1="dk1" bg2="lt2" tx2="dk2" accent1="accent1" accent2="accent2" accent3="accent3" accent4="accent4" accent5="accent5" accent6="accent6" hlink="hlink" folHlink="folHlink"/>
  <p:sldLayoutIdLst>
    <p:sldLayoutId id="2147483962" r:id="rId1"/>
    <p:sldLayoutId id="2147484013" r:id="rId2"/>
    <p:sldLayoutId id="2147484014" r:id="rId3"/>
    <p:sldLayoutId id="2147483965" r:id="rId4"/>
    <p:sldLayoutId id="2147483967" r:id="rId5"/>
    <p:sldLayoutId id="2147483995" r:id="rId6"/>
    <p:sldLayoutId id="2147484007" r:id="rId7"/>
    <p:sldLayoutId id="2147484010" r:id="rId8"/>
    <p:sldLayoutId id="2147484011" r:id="rId9"/>
    <p:sldLayoutId id="2147484015" r:id="rId10"/>
    <p:sldLayoutId id="2147483998" r:id="rId11"/>
    <p:sldLayoutId id="2147484027" r:id="rId12"/>
    <p:sldLayoutId id="2147484029" r:id="rId13"/>
    <p:sldLayoutId id="2147484031" r:id="rId14"/>
  </p:sldLayoutIdLst>
  <p:transition spd="slow">
    <p:wipe/>
  </p:transition>
  <p:txStyles>
    <p:titleStyle>
      <a:lvl1pPr algn="l" defTabSz="684213" rtl="0" eaLnBrk="1" fontAlgn="base" hangingPunct="1">
        <a:lnSpc>
          <a:spcPct val="80000"/>
        </a:lnSpc>
        <a:spcBef>
          <a:spcPct val="0"/>
        </a:spcBef>
        <a:spcAft>
          <a:spcPct val="0"/>
        </a:spcAft>
        <a:defRPr lang="en-US" sz="3200" kern="1200" dirty="0">
          <a:solidFill>
            <a:schemeClr val="accent4"/>
          </a:solidFill>
          <a:latin typeface="+mj-lt"/>
          <a:ea typeface="ＭＳ Ｐゴシック" charset="0"/>
          <a:cs typeface="CiscoSans"/>
        </a:defRPr>
      </a:lvl1pPr>
      <a:lvl2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2pPr>
      <a:lvl3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3pPr>
      <a:lvl4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4pPr>
      <a:lvl5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5pPr>
      <a:lvl6pPr marL="4572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6pPr>
      <a:lvl7pPr marL="9144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7pPr>
      <a:lvl8pPr marL="13716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8pPr>
      <a:lvl9pPr marL="18288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9pPr>
    </p:titleStyle>
    <p:bodyStyle>
      <a:lvl1pPr marL="169863" indent="-169863" algn="l" defTabSz="684213" rtl="0" eaLnBrk="1" fontAlgn="base" hangingPunct="1">
        <a:lnSpc>
          <a:spcPct val="95000"/>
        </a:lnSpc>
        <a:spcBef>
          <a:spcPts val="1075"/>
        </a:spcBef>
        <a:spcAft>
          <a:spcPct val="0"/>
        </a:spcAft>
        <a:buClr>
          <a:schemeClr val="tx2"/>
        </a:buClr>
        <a:buSzPct val="90000"/>
        <a:buFont typeface="Arial" charset="0"/>
        <a:buChar char="•"/>
        <a:defRPr lang="en-US" sz="1500" kern="1200" dirty="0">
          <a:solidFill>
            <a:schemeClr val="tx1"/>
          </a:solidFill>
          <a:latin typeface="+mn-lt"/>
          <a:ea typeface="ＭＳ Ｐゴシック" charset="0"/>
          <a:cs typeface="CiscoSans"/>
        </a:defRPr>
      </a:lvl1pPr>
      <a:lvl2pPr marL="358775" indent="-215900" algn="l" defTabSz="684213" rtl="0" eaLnBrk="1" fontAlgn="base" hangingPunct="1">
        <a:lnSpc>
          <a:spcPct val="95000"/>
        </a:lnSpc>
        <a:spcBef>
          <a:spcPts val="600"/>
        </a:spcBef>
        <a:spcAft>
          <a:spcPct val="0"/>
        </a:spcAft>
        <a:buClr>
          <a:schemeClr val="tx2"/>
        </a:buClr>
        <a:buFont typeface="Arial" charset="0"/>
        <a:buChar char="•"/>
        <a:defRPr lang="en-US" sz="1400" kern="1200" dirty="0">
          <a:solidFill>
            <a:schemeClr val="tx1"/>
          </a:solidFill>
          <a:latin typeface="+mn-lt"/>
          <a:ea typeface="ＭＳ Ｐゴシック" charset="0"/>
          <a:cs typeface="CiscoSans"/>
        </a:defRPr>
      </a:lvl2pPr>
      <a:lvl3pPr marL="431800" indent="-169863" algn="l" defTabSz="684213" rtl="0" eaLnBrk="1" fontAlgn="base" hangingPunct="1">
        <a:lnSpc>
          <a:spcPct val="95000"/>
        </a:lnSpc>
        <a:spcBef>
          <a:spcPts val="625"/>
        </a:spcBef>
        <a:spcAft>
          <a:spcPct val="0"/>
        </a:spcAft>
        <a:buFont typeface="Arial" charset="0"/>
        <a:buChar char="•"/>
        <a:defRPr lang="en-US" sz="1200" kern="1200" dirty="0">
          <a:solidFill>
            <a:schemeClr val="tx1"/>
          </a:solidFill>
          <a:latin typeface="+mn-lt"/>
          <a:ea typeface="ＭＳ Ｐゴシック" charset="0"/>
          <a:cs typeface="CiscoSans"/>
        </a:defRPr>
      </a:lvl3pPr>
      <a:lvl4pPr marL="503238"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777" rtl="0" eaLnBrk="1" latinLnBrk="0" hangingPunct="1">
        <a:defRPr sz="1400" kern="1200">
          <a:solidFill>
            <a:schemeClr val="tx1"/>
          </a:solidFill>
          <a:latin typeface="+mn-lt"/>
          <a:ea typeface="+mn-ea"/>
          <a:cs typeface="+mn-cs"/>
        </a:defRPr>
      </a:lvl1pPr>
      <a:lvl2pPr marL="342886" algn="l" defTabSz="685777" rtl="0" eaLnBrk="1" latinLnBrk="0" hangingPunct="1">
        <a:defRPr sz="1400" kern="1200">
          <a:solidFill>
            <a:schemeClr val="tx1"/>
          </a:solidFill>
          <a:latin typeface="+mn-lt"/>
          <a:ea typeface="+mn-ea"/>
          <a:cs typeface="+mn-cs"/>
        </a:defRPr>
      </a:lvl2pPr>
      <a:lvl3pPr marL="685777" algn="l" defTabSz="685777" rtl="0" eaLnBrk="1" latinLnBrk="0" hangingPunct="1">
        <a:defRPr sz="1400" kern="1200">
          <a:solidFill>
            <a:schemeClr val="tx1"/>
          </a:solidFill>
          <a:latin typeface="+mn-lt"/>
          <a:ea typeface="+mn-ea"/>
          <a:cs typeface="+mn-cs"/>
        </a:defRPr>
      </a:lvl3pPr>
      <a:lvl4pPr marL="1028665" algn="l" defTabSz="685777" rtl="0" eaLnBrk="1" latinLnBrk="0" hangingPunct="1">
        <a:defRPr sz="1400" kern="1200">
          <a:solidFill>
            <a:schemeClr val="tx1"/>
          </a:solidFill>
          <a:latin typeface="+mn-lt"/>
          <a:ea typeface="+mn-ea"/>
          <a:cs typeface="+mn-cs"/>
        </a:defRPr>
      </a:lvl4pPr>
      <a:lvl5pPr marL="1371555" algn="l" defTabSz="685777" rtl="0" eaLnBrk="1" latinLnBrk="0" hangingPunct="1">
        <a:defRPr sz="1400" kern="1200">
          <a:solidFill>
            <a:schemeClr val="tx1"/>
          </a:solidFill>
          <a:latin typeface="+mn-lt"/>
          <a:ea typeface="+mn-ea"/>
          <a:cs typeface="+mn-cs"/>
        </a:defRPr>
      </a:lvl5pPr>
      <a:lvl6pPr marL="1714441" algn="l" defTabSz="685777" rtl="0" eaLnBrk="1" latinLnBrk="0" hangingPunct="1">
        <a:defRPr sz="1400" kern="1200">
          <a:solidFill>
            <a:schemeClr val="tx1"/>
          </a:solidFill>
          <a:latin typeface="+mn-lt"/>
          <a:ea typeface="+mn-ea"/>
          <a:cs typeface="+mn-cs"/>
        </a:defRPr>
      </a:lvl6pPr>
      <a:lvl7pPr marL="2057332" algn="l" defTabSz="685777" rtl="0" eaLnBrk="1" latinLnBrk="0" hangingPunct="1">
        <a:defRPr sz="1400" kern="1200">
          <a:solidFill>
            <a:schemeClr val="tx1"/>
          </a:solidFill>
          <a:latin typeface="+mn-lt"/>
          <a:ea typeface="+mn-ea"/>
          <a:cs typeface="+mn-cs"/>
        </a:defRPr>
      </a:lvl7pPr>
      <a:lvl8pPr marL="2400220" algn="l" defTabSz="685777" rtl="0" eaLnBrk="1" latinLnBrk="0" hangingPunct="1">
        <a:defRPr sz="1400" kern="1200">
          <a:solidFill>
            <a:schemeClr val="tx1"/>
          </a:solidFill>
          <a:latin typeface="+mn-lt"/>
          <a:ea typeface="+mn-ea"/>
          <a:cs typeface="+mn-cs"/>
        </a:defRPr>
      </a:lvl8pPr>
      <a:lvl9pPr marL="2743110" algn="l" defTabSz="685777" rtl="0" eaLnBrk="1" latinLnBrk="0" hangingPunct="1">
        <a:defRPr sz="1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336"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3.xml"/><Relationship Id="rId1" Type="http://schemas.openxmlformats.org/officeDocument/2006/relationships/tags" Target="../tags/tag3.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4.xml"/><Relationship Id="rId1" Type="http://schemas.openxmlformats.org/officeDocument/2006/relationships/tags" Target="../tags/tag4.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5.xml"/><Relationship Id="rId1" Type="http://schemas.openxmlformats.org/officeDocument/2006/relationships/tags" Target="../tags/tag5.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5.xml"/><Relationship Id="rId1" Type="http://schemas.openxmlformats.org/officeDocument/2006/relationships/tags" Target="../tags/tag6.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5.xml"/><Relationship Id="rId1" Type="http://schemas.openxmlformats.org/officeDocument/2006/relationships/tags" Target="../tags/tag7.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5.xml"/><Relationship Id="rId1" Type="http://schemas.openxmlformats.org/officeDocument/2006/relationships/tags" Target="../tags/tag8.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5.xml"/><Relationship Id="rId1" Type="http://schemas.openxmlformats.org/officeDocument/2006/relationships/tags" Target="../tags/tag9.xml"/></Relationships>
</file>

<file path=ppt/slides/_rels/slide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4.xml"/><Relationship Id="rId1" Type="http://schemas.openxmlformats.org/officeDocument/2006/relationships/tags" Target="../tags/tag10.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5.xml"/><Relationship Id="rId1" Type="http://schemas.openxmlformats.org/officeDocument/2006/relationships/tags" Target="../tags/tag11.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5.xml"/><Relationship Id="rId1" Type="http://schemas.openxmlformats.org/officeDocument/2006/relationships/tags" Target="../tags/tag1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5.xml"/><Relationship Id="rId1" Type="http://schemas.openxmlformats.org/officeDocument/2006/relationships/tags" Target="../tags/tag13.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5.xml"/><Relationship Id="rId1" Type="http://schemas.openxmlformats.org/officeDocument/2006/relationships/tags" Target="../tags/tag14.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5.xml"/><Relationship Id="rId1" Type="http://schemas.openxmlformats.org/officeDocument/2006/relationships/tags" Target="../tags/tag15.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5.xml"/><Relationship Id="rId1" Type="http://schemas.openxmlformats.org/officeDocument/2006/relationships/tags" Target="../tags/tag16.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5.xml"/><Relationship Id="rId1" Type="http://schemas.openxmlformats.org/officeDocument/2006/relationships/tags" Target="../tags/tag17.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4.xml"/><Relationship Id="rId1" Type="http://schemas.openxmlformats.org/officeDocument/2006/relationships/tags" Target="../tags/tag18.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5.xml"/><Relationship Id="rId1" Type="http://schemas.openxmlformats.org/officeDocument/2006/relationships/tags" Target="../tags/tag19.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5.xml"/><Relationship Id="rId1" Type="http://schemas.openxmlformats.org/officeDocument/2006/relationships/tags" Target="../tags/tag20.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4.xml"/><Relationship Id="rId1" Type="http://schemas.openxmlformats.org/officeDocument/2006/relationships/tags" Target="../tags/tag21.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5.xml"/><Relationship Id="rId1" Type="http://schemas.openxmlformats.org/officeDocument/2006/relationships/tags" Target="../tags/tag22.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5.xml"/><Relationship Id="rId1" Type="http://schemas.openxmlformats.org/officeDocument/2006/relationships/tags" Target="../tags/tag23.xml"/></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5.xml"/><Relationship Id="rId1" Type="http://schemas.openxmlformats.org/officeDocument/2006/relationships/tags" Target="../tags/tag24.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5.xml"/><Relationship Id="rId1" Type="http://schemas.openxmlformats.org/officeDocument/2006/relationships/tags" Target="../tags/tag25.xml"/><Relationship Id="rId4" Type="http://schemas.openxmlformats.org/officeDocument/2006/relationships/image" Target="../media/image7.png"/></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5.xml"/><Relationship Id="rId1" Type="http://schemas.openxmlformats.org/officeDocument/2006/relationships/tags" Target="../tags/tag26.xm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5.xml"/><Relationship Id="rId1" Type="http://schemas.openxmlformats.org/officeDocument/2006/relationships/tags" Target="../tags/tag27.xml"/><Relationship Id="rId4" Type="http://schemas.openxmlformats.org/officeDocument/2006/relationships/image" Target="../media/image8.png"/></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5.xml"/><Relationship Id="rId1" Type="http://schemas.openxmlformats.org/officeDocument/2006/relationships/tags" Target="../tags/tag28.xml"/><Relationship Id="rId4" Type="http://schemas.openxmlformats.org/officeDocument/2006/relationships/image" Target="../media/image9.pn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5.xml"/><Relationship Id="rId1" Type="http://schemas.openxmlformats.org/officeDocument/2006/relationships/tags" Target="../tags/tag29.xml"/><Relationship Id="rId4" Type="http://schemas.openxmlformats.org/officeDocument/2006/relationships/image" Target="../media/image10.png"/></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5.xml"/><Relationship Id="rId1" Type="http://schemas.openxmlformats.org/officeDocument/2006/relationships/tags" Target="../tags/tag30.xml"/><Relationship Id="rId4" Type="http://schemas.openxmlformats.org/officeDocument/2006/relationships/image" Target="../media/image11.png"/></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10.xml"/><Relationship Id="rId1" Type="http://schemas.openxmlformats.org/officeDocument/2006/relationships/tags" Target="../tags/tag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ctrTitle"/>
          </p:nvPr>
        </p:nvSpPr>
        <p:spPr>
          <a:xfrm>
            <a:off x="469497" y="2316480"/>
            <a:ext cx="6672708" cy="1080143"/>
          </a:xfrm>
        </p:spPr>
        <p:txBody>
          <a:bodyPr/>
          <a:lstStyle/>
          <a:p>
            <a:r>
              <a:rPr lang="en-US">
                <a:solidFill>
                  <a:schemeClr val="accent5">
                    <a:lumMod val="40000"/>
                    <a:lumOff val="60000"/>
                  </a:schemeClr>
                </a:solidFill>
              </a:rPr>
              <a:t>Module 4: ACL Concepts</a:t>
            </a:r>
          </a:p>
        </p:txBody>
      </p:sp>
      <p:sp>
        <p:nvSpPr>
          <p:cNvPr id="7" name="Subtitle 6"/>
          <p:cNvSpPr>
            <a:spLocks noGrp="1"/>
          </p:cNvSpPr>
          <p:nvPr>
            <p:ph type="subTitle" idx="1"/>
          </p:nvPr>
        </p:nvSpPr>
        <p:spPr>
          <a:xfrm>
            <a:off x="469496" y="3809526"/>
            <a:ext cx="3804791" cy="902174"/>
          </a:xfrm>
        </p:spPr>
        <p:txBody>
          <a:bodyPr/>
          <a:lstStyle/>
          <a:p>
            <a:pPr>
              <a:spcBef>
                <a:spcPts val="0"/>
              </a:spcBef>
            </a:pPr>
            <a:r>
              <a:rPr lang="en-US">
                <a:solidFill>
                  <a:schemeClr val="accent5">
                    <a:lumMod val="40000"/>
                    <a:lumOff val="60000"/>
                  </a:schemeClr>
                </a:solidFill>
              </a:rPr>
              <a:t>Enterprise Networking, Security, and Automation v7.0</a:t>
            </a:r>
          </a:p>
          <a:p>
            <a:pPr>
              <a:spcBef>
                <a:spcPts val="0"/>
              </a:spcBef>
            </a:pPr>
            <a:r>
              <a:rPr lang="en-US">
                <a:solidFill>
                  <a:schemeClr val="accent5">
                    <a:lumMod val="40000"/>
                    <a:lumOff val="60000"/>
                  </a:schemeClr>
                </a:solidFill>
              </a:rPr>
              <a:t>(ENSA)</a:t>
            </a:r>
          </a:p>
          <a:p>
            <a:endParaRPr lang="en-US"/>
          </a:p>
        </p:txBody>
      </p:sp>
    </p:spTree>
    <p:custDataLst>
      <p:tags r:id="rId1"/>
    </p:custDataLst>
    <p:extLst>
      <p:ext uri="{BB962C8B-B14F-4D97-AF65-F5344CB8AC3E}">
        <p14:creationId xmlns:p14="http://schemas.microsoft.com/office/powerpoint/2010/main" val="1989389863"/>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33"/>
          <p:cNvSpPr>
            <a:spLocks noGrp="1" noChangeArrowheads="1"/>
          </p:cNvSpPr>
          <p:nvPr>
            <p:ph type="title"/>
          </p:nvPr>
        </p:nvSpPr>
        <p:spPr/>
        <p:txBody>
          <a:bodyPr/>
          <a:lstStyle/>
          <a:p>
            <a:pPr eaLnBrk="1" hangingPunct="1"/>
            <a:r>
              <a:rPr lang="en-US"/>
              <a:t>Module Objectives</a:t>
            </a:r>
          </a:p>
        </p:txBody>
      </p:sp>
      <p:sp>
        <p:nvSpPr>
          <p:cNvPr id="2" name="Content Placeholder 1">
            <a:extLst>
              <a:ext uri="{FF2B5EF4-FFF2-40B4-BE49-F238E27FC236}">
                <a16:creationId xmlns:a16="http://schemas.microsoft.com/office/drawing/2014/main" id="{578E99C3-C6EF-8348-99C6-8024418DDEF2}"/>
              </a:ext>
            </a:extLst>
          </p:cNvPr>
          <p:cNvSpPr>
            <a:spLocks noGrp="1"/>
          </p:cNvSpPr>
          <p:nvPr>
            <p:ph idx="1"/>
          </p:nvPr>
        </p:nvSpPr>
        <p:spPr>
          <a:xfrm>
            <a:off x="144065" y="798944"/>
            <a:ext cx="8853286" cy="757551"/>
          </a:xfrm>
        </p:spPr>
        <p:txBody>
          <a:bodyPr/>
          <a:lstStyle/>
          <a:p>
            <a:pPr marL="0" lvl="0" indent="0" defTabSz="914400" eaLnBrk="0" hangingPunct="0">
              <a:spcBef>
                <a:spcPct val="0"/>
              </a:spcBef>
              <a:spcAft>
                <a:spcPct val="0"/>
              </a:spcAft>
              <a:buClrTx/>
              <a:buSzTx/>
              <a:buNone/>
            </a:pPr>
            <a:r>
              <a:rPr lang="en-US" altLang="en-US" sz="1400" b="1">
                <a:solidFill>
                  <a:schemeClr val="tx1"/>
                </a:solidFill>
                <a:ea typeface="Calibri" panose="020F0502020204030204" pitchFamily="34" charset="0"/>
                <a:cs typeface="Calibri" panose="020F0502020204030204" pitchFamily="34" charset="0"/>
              </a:rPr>
              <a:t>Module Title: </a:t>
            </a:r>
            <a:r>
              <a:rPr lang="en-US" altLang="en-US" sz="1400">
                <a:solidFill>
                  <a:schemeClr val="tx1"/>
                </a:solidFill>
                <a:ea typeface="Calibri" panose="020F0502020204030204" pitchFamily="34" charset="0"/>
                <a:cs typeface="Calibri" panose="020F0502020204030204" pitchFamily="34" charset="0"/>
              </a:rPr>
              <a:t>ACL Concepts</a:t>
            </a:r>
          </a:p>
          <a:p>
            <a:pPr marL="0" lvl="0" indent="0" defTabSz="914400" eaLnBrk="0" hangingPunct="0">
              <a:spcBef>
                <a:spcPct val="0"/>
              </a:spcBef>
              <a:spcAft>
                <a:spcPct val="0"/>
              </a:spcAft>
              <a:buClrTx/>
              <a:buSzTx/>
              <a:buNone/>
            </a:pPr>
            <a:endParaRPr lang="en-US" altLang="en-US" sz="1400">
              <a:solidFill>
                <a:schemeClr val="tx1"/>
              </a:solidFill>
            </a:endParaRPr>
          </a:p>
          <a:p>
            <a:pPr marL="0" lvl="0" indent="0" defTabSz="914400" eaLnBrk="0" hangingPunct="0">
              <a:spcBef>
                <a:spcPct val="0"/>
              </a:spcBef>
              <a:spcAft>
                <a:spcPct val="0"/>
              </a:spcAft>
              <a:buClrTx/>
              <a:buSzTx/>
              <a:buNone/>
            </a:pPr>
            <a:r>
              <a:rPr lang="en-US" altLang="en-US" sz="1400" b="1">
                <a:solidFill>
                  <a:schemeClr val="tx1"/>
                </a:solidFill>
                <a:ea typeface="Calibri" panose="020F0502020204030204" pitchFamily="34" charset="0"/>
                <a:cs typeface="Calibri" panose="020F0502020204030204" pitchFamily="34" charset="0"/>
              </a:rPr>
              <a:t>Module Objective</a:t>
            </a:r>
            <a:r>
              <a:rPr lang="en-US" altLang="en-US" sz="1400">
                <a:solidFill>
                  <a:schemeClr val="tx1"/>
                </a:solidFill>
                <a:ea typeface="Calibri" panose="020F0502020204030204" pitchFamily="34" charset="0"/>
                <a:cs typeface="Calibri" panose="020F0502020204030204" pitchFamily="34" charset="0"/>
              </a:rPr>
              <a:t>: </a:t>
            </a:r>
            <a:r>
              <a:rPr lang="en-US"/>
              <a:t>Explain how ACLs are used as part of a network security policy.</a:t>
            </a:r>
          </a:p>
        </p:txBody>
      </p:sp>
      <p:graphicFrame>
        <p:nvGraphicFramePr>
          <p:cNvPr id="3" name="Table 2">
            <a:extLst>
              <a:ext uri="{FF2B5EF4-FFF2-40B4-BE49-F238E27FC236}">
                <a16:creationId xmlns:a16="http://schemas.microsoft.com/office/drawing/2014/main" id="{2203BE17-8BB3-DF41-A2CF-06DE014D1956}"/>
              </a:ext>
            </a:extLst>
          </p:cNvPr>
          <p:cNvGraphicFramePr>
            <a:graphicFrameLocks noGrp="1"/>
          </p:cNvGraphicFramePr>
          <p:nvPr>
            <p:extLst>
              <p:ext uri="{D42A27DB-BD31-4B8C-83A1-F6EECF244321}">
                <p14:modId xmlns:p14="http://schemas.microsoft.com/office/powerpoint/2010/main" val="2504052279"/>
              </p:ext>
            </p:extLst>
          </p:nvPr>
        </p:nvGraphicFramePr>
        <p:xfrm>
          <a:off x="450866" y="1832941"/>
          <a:ext cx="7896830" cy="1695450"/>
        </p:xfrm>
        <a:graphic>
          <a:graphicData uri="http://schemas.openxmlformats.org/drawingml/2006/table">
            <a:tbl>
              <a:tblPr firstRow="1" bandRow="1">
                <a:tableStyleId>{5C22544A-7EE6-4342-B048-85BDC9FD1C3A}</a:tableStyleId>
              </a:tblPr>
              <a:tblGrid>
                <a:gridCol w="3014823">
                  <a:extLst>
                    <a:ext uri="{9D8B030D-6E8A-4147-A177-3AD203B41FA5}">
                      <a16:colId xmlns:a16="http://schemas.microsoft.com/office/drawing/2014/main" val="2579019526"/>
                    </a:ext>
                  </a:extLst>
                </a:gridCol>
                <a:gridCol w="4882007">
                  <a:extLst>
                    <a:ext uri="{9D8B030D-6E8A-4147-A177-3AD203B41FA5}">
                      <a16:colId xmlns:a16="http://schemas.microsoft.com/office/drawing/2014/main" val="1764220437"/>
                    </a:ext>
                  </a:extLst>
                </a:gridCol>
              </a:tblGrid>
              <a:tr h="272843">
                <a:tc>
                  <a:txBody>
                    <a:bodyPr/>
                    <a:lstStyle/>
                    <a:p>
                      <a:pPr algn="l" fontAlgn="ctr"/>
                      <a:r>
                        <a:rPr lang="en-US" sz="1600" b="1">
                          <a:effectLst/>
                        </a:rPr>
                        <a:t>Topic Title</a:t>
                      </a:r>
                      <a:endParaRPr lang="en-US" sz="1600">
                        <a:effectLst/>
                      </a:endParaRPr>
                    </a:p>
                  </a:txBody>
                  <a:tcPr marL="47625" marR="47625" marT="47625" marB="47625" anchor="ctr"/>
                </a:tc>
                <a:tc>
                  <a:txBody>
                    <a:bodyPr/>
                    <a:lstStyle/>
                    <a:p>
                      <a:pPr algn="l" fontAlgn="ctr"/>
                      <a:r>
                        <a:rPr lang="en-US" sz="1600" b="1">
                          <a:effectLst/>
                        </a:rPr>
                        <a:t>Topic Objective</a:t>
                      </a:r>
                      <a:endParaRPr lang="en-US" sz="1600">
                        <a:effectLst/>
                      </a:endParaRPr>
                    </a:p>
                  </a:txBody>
                  <a:tcPr marL="47625" marR="47625" marT="47625" marB="47625" anchor="ctr"/>
                </a:tc>
                <a:extLst>
                  <a:ext uri="{0D108BD9-81ED-4DB2-BD59-A6C34878D82A}">
                    <a16:rowId xmlns:a16="http://schemas.microsoft.com/office/drawing/2014/main" val="742401779"/>
                  </a:ext>
                </a:extLst>
              </a:tr>
              <a:tr h="272843">
                <a:tc>
                  <a:txBody>
                    <a:bodyPr/>
                    <a:lstStyle/>
                    <a:p>
                      <a:pPr fontAlgn="ctr"/>
                      <a:r>
                        <a:rPr lang="en-US" sz="1600" b="1">
                          <a:solidFill>
                            <a:schemeClr val="bg1"/>
                          </a:solidFill>
                          <a:effectLst/>
                        </a:rPr>
                        <a:t>Purpose of ACLs</a:t>
                      </a:r>
                      <a:endParaRPr lang="en-US" sz="1600" b="0">
                        <a:solidFill>
                          <a:schemeClr val="bg1"/>
                        </a:solidFill>
                        <a:effectLst/>
                      </a:endParaRPr>
                    </a:p>
                  </a:txBody>
                  <a:tcPr marL="47625" marR="47625" marT="47625" marB="47625" anchor="ctr">
                    <a:solidFill>
                      <a:schemeClr val="accent1"/>
                    </a:solidFill>
                  </a:tcPr>
                </a:tc>
                <a:tc>
                  <a:txBody>
                    <a:bodyPr/>
                    <a:lstStyle/>
                    <a:p>
                      <a:pPr fontAlgn="ctr"/>
                      <a:r>
                        <a:rPr lang="en-US" sz="1600" b="0">
                          <a:effectLst/>
                        </a:rPr>
                        <a:t>Explain how ACLs filter traffic.</a:t>
                      </a:r>
                    </a:p>
                  </a:txBody>
                  <a:tcPr marL="47625" marR="47625" marT="47625" marB="47625" anchor="ctr"/>
                </a:tc>
                <a:extLst>
                  <a:ext uri="{0D108BD9-81ED-4DB2-BD59-A6C34878D82A}">
                    <a16:rowId xmlns:a16="http://schemas.microsoft.com/office/drawing/2014/main" val="3150950737"/>
                  </a:ext>
                </a:extLst>
              </a:tr>
              <a:tr h="272843">
                <a:tc>
                  <a:txBody>
                    <a:bodyPr/>
                    <a:lstStyle/>
                    <a:p>
                      <a:pPr fontAlgn="ctr"/>
                      <a:r>
                        <a:rPr lang="en-US" sz="1600" b="1">
                          <a:solidFill>
                            <a:schemeClr val="bg1"/>
                          </a:solidFill>
                          <a:effectLst/>
                        </a:rPr>
                        <a:t>Wildcard Masks in ACLs</a:t>
                      </a:r>
                      <a:endParaRPr lang="en-US" sz="1600" b="0">
                        <a:solidFill>
                          <a:schemeClr val="bg1"/>
                        </a:solidFill>
                        <a:effectLst/>
                      </a:endParaRPr>
                    </a:p>
                  </a:txBody>
                  <a:tcPr marL="47625" marR="47625" marT="47625" marB="47625" anchor="ctr">
                    <a:solidFill>
                      <a:schemeClr val="accent1"/>
                    </a:solidFill>
                  </a:tcPr>
                </a:tc>
                <a:tc>
                  <a:txBody>
                    <a:bodyPr/>
                    <a:lstStyle/>
                    <a:p>
                      <a:pPr fontAlgn="ctr"/>
                      <a:r>
                        <a:rPr lang="en-US" sz="1600" b="0">
                          <a:effectLst/>
                        </a:rPr>
                        <a:t>Explain how ACLs use wildcard masks.</a:t>
                      </a:r>
                    </a:p>
                  </a:txBody>
                  <a:tcPr marL="47625" marR="47625" marT="47625" marB="47625" anchor="ctr"/>
                </a:tc>
                <a:extLst>
                  <a:ext uri="{0D108BD9-81ED-4DB2-BD59-A6C34878D82A}">
                    <a16:rowId xmlns:a16="http://schemas.microsoft.com/office/drawing/2014/main" val="2772085455"/>
                  </a:ext>
                </a:extLst>
              </a:tr>
              <a:tr h="272843">
                <a:tc>
                  <a:txBody>
                    <a:bodyPr/>
                    <a:lstStyle/>
                    <a:p>
                      <a:pPr fontAlgn="ctr"/>
                      <a:r>
                        <a:rPr lang="en-US" sz="1600" b="1">
                          <a:solidFill>
                            <a:schemeClr val="bg1"/>
                          </a:solidFill>
                          <a:effectLst/>
                        </a:rPr>
                        <a:t>Guidelines for ACL Creation</a:t>
                      </a:r>
                      <a:endParaRPr lang="en-US" sz="1600" b="0">
                        <a:solidFill>
                          <a:schemeClr val="bg1"/>
                        </a:solidFill>
                        <a:effectLst/>
                      </a:endParaRPr>
                    </a:p>
                  </a:txBody>
                  <a:tcPr marL="47625" marR="47625" marT="47625" marB="47625" anchor="ctr">
                    <a:solidFill>
                      <a:schemeClr val="accent1"/>
                    </a:solidFill>
                  </a:tcPr>
                </a:tc>
                <a:tc>
                  <a:txBody>
                    <a:bodyPr/>
                    <a:lstStyle/>
                    <a:p>
                      <a:pPr fontAlgn="ctr"/>
                      <a:r>
                        <a:rPr lang="en-US" sz="1600" b="0">
                          <a:effectLst/>
                        </a:rPr>
                        <a:t>Explain how to create ACLs.</a:t>
                      </a:r>
                    </a:p>
                  </a:txBody>
                  <a:tcPr marL="47625" marR="47625" marT="47625" marB="47625" anchor="ctr"/>
                </a:tc>
                <a:extLst>
                  <a:ext uri="{0D108BD9-81ED-4DB2-BD59-A6C34878D82A}">
                    <a16:rowId xmlns:a16="http://schemas.microsoft.com/office/drawing/2014/main" val="3228802595"/>
                  </a:ext>
                </a:extLst>
              </a:tr>
              <a:tr h="272843">
                <a:tc>
                  <a:txBody>
                    <a:bodyPr/>
                    <a:lstStyle/>
                    <a:p>
                      <a:pPr fontAlgn="ctr"/>
                      <a:r>
                        <a:rPr lang="en-US" sz="1600" b="1">
                          <a:solidFill>
                            <a:schemeClr val="bg1"/>
                          </a:solidFill>
                          <a:effectLst/>
                        </a:rPr>
                        <a:t>Types of IPv4 ACLs</a:t>
                      </a:r>
                      <a:endParaRPr lang="en-US" sz="1600" b="0">
                        <a:solidFill>
                          <a:schemeClr val="bg1"/>
                        </a:solidFill>
                        <a:effectLst/>
                      </a:endParaRPr>
                    </a:p>
                  </a:txBody>
                  <a:tcPr marL="47625" marR="47625" marT="47625" marB="47625" anchor="ctr">
                    <a:solidFill>
                      <a:schemeClr val="accent1"/>
                    </a:solidFill>
                  </a:tcPr>
                </a:tc>
                <a:tc>
                  <a:txBody>
                    <a:bodyPr/>
                    <a:lstStyle/>
                    <a:p>
                      <a:pPr fontAlgn="ctr"/>
                      <a:r>
                        <a:rPr lang="en-US" sz="1600" b="0">
                          <a:effectLst/>
                        </a:rPr>
                        <a:t>Compare standard and extended IPv4 ACLs.</a:t>
                      </a:r>
                    </a:p>
                  </a:txBody>
                  <a:tcPr marL="47625" marR="47625" marT="47625" marB="47625" anchor="ctr"/>
                </a:tc>
                <a:extLst>
                  <a:ext uri="{0D108BD9-81ED-4DB2-BD59-A6C34878D82A}">
                    <a16:rowId xmlns:a16="http://schemas.microsoft.com/office/drawing/2014/main" val="3134809945"/>
                  </a:ext>
                </a:extLst>
              </a:tr>
            </a:tbl>
          </a:graphicData>
        </a:graphic>
      </p:graphicFrame>
    </p:spTree>
    <p:custDataLst>
      <p:tags r:id="rId1"/>
    </p:custDataLst>
    <p:extLst>
      <p:ext uri="{BB962C8B-B14F-4D97-AF65-F5344CB8AC3E}">
        <p14:creationId xmlns:p14="http://schemas.microsoft.com/office/powerpoint/2010/main" val="111192384"/>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598042" cy="929640"/>
          </a:xfrm>
        </p:spPr>
        <p:txBody>
          <a:bodyPr/>
          <a:lstStyle/>
          <a:p>
            <a:r>
              <a:rPr lang="en-US">
                <a:solidFill>
                  <a:schemeClr val="accent5">
                    <a:lumMod val="40000"/>
                    <a:lumOff val="60000"/>
                  </a:schemeClr>
                </a:solidFill>
              </a:rPr>
              <a:t>4.1 Purpose of ACLs</a:t>
            </a:r>
          </a:p>
        </p:txBody>
      </p:sp>
    </p:spTree>
    <p:custDataLst>
      <p:tags r:id="rId1"/>
    </p:custDataLst>
    <p:extLst>
      <p:ext uri="{BB962C8B-B14F-4D97-AF65-F5344CB8AC3E}">
        <p14:creationId xmlns:p14="http://schemas.microsoft.com/office/powerpoint/2010/main" val="673099643"/>
      </p:ext>
    </p:extLst>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Purpose of ACLs</a:t>
            </a:r>
            <a:br>
              <a:rPr lang="en-US"/>
            </a:br>
            <a:r>
              <a:rPr lang="en-US" sz="2400"/>
              <a:t>What is an ACL?</a:t>
            </a:r>
          </a:p>
        </p:txBody>
      </p:sp>
      <p:sp>
        <p:nvSpPr>
          <p:cNvPr id="5" name="Content Placeholder 4">
            <a:extLst>
              <a:ext uri="{FF2B5EF4-FFF2-40B4-BE49-F238E27FC236}">
                <a16:creationId xmlns:a16="http://schemas.microsoft.com/office/drawing/2014/main" id="{C15587AB-E5B0-7B4B-ACB0-64B5D800F097}"/>
              </a:ext>
            </a:extLst>
          </p:cNvPr>
          <p:cNvSpPr>
            <a:spLocks noGrp="1"/>
          </p:cNvSpPr>
          <p:nvPr>
            <p:ph idx="1"/>
          </p:nvPr>
        </p:nvSpPr>
        <p:spPr>
          <a:xfrm>
            <a:off x="474662" y="731837"/>
            <a:ext cx="8280057" cy="3689897"/>
          </a:xfrm>
        </p:spPr>
        <p:txBody>
          <a:bodyPr/>
          <a:lstStyle/>
          <a:p>
            <a:pPr marL="0" indent="0" algn="l"/>
            <a:r>
              <a:rPr lang="en-US" sz="1600">
                <a:solidFill>
                  <a:srgbClr val="000000"/>
                </a:solidFill>
              </a:rPr>
              <a:t>An ACL is a series of IOS commands that are used to filter packets based on information found in the packet header. By default, a router does not have any ACLs configured. When an ACL is applied to an interface, the router performs the additional task of evaluating all network packets as they pass through the interface to determine if the packet can be forwarded.</a:t>
            </a:r>
          </a:p>
          <a:p>
            <a:pPr marL="342900" indent="-342900" algn="l">
              <a:buFont typeface="Arial" panose="020B0604020202020204" pitchFamily="34" charset="0"/>
              <a:buChar char="•"/>
            </a:pPr>
            <a:r>
              <a:rPr lang="en-US" sz="1600">
                <a:solidFill>
                  <a:srgbClr val="000000"/>
                </a:solidFill>
              </a:rPr>
              <a:t>An ACL uses a sequential list of permit or deny statements, known as access control entries (ACEs).</a:t>
            </a:r>
          </a:p>
          <a:p>
            <a:pPr marL="0" indent="0" algn="l"/>
            <a:r>
              <a:rPr lang="en-US" sz="1600" b="1">
                <a:solidFill>
                  <a:srgbClr val="000000"/>
                </a:solidFill>
              </a:rPr>
              <a:t>Note:</a:t>
            </a:r>
            <a:r>
              <a:rPr lang="en-US" sz="1600">
                <a:solidFill>
                  <a:srgbClr val="000000"/>
                </a:solidFill>
              </a:rPr>
              <a:t> ACEs are also commonly called ACL statements.</a:t>
            </a:r>
          </a:p>
          <a:p>
            <a:pPr marL="342900" indent="-342900" algn="l">
              <a:buFont typeface="Arial" panose="020B0604020202020204" pitchFamily="34" charset="0"/>
              <a:buChar char="•"/>
            </a:pPr>
            <a:r>
              <a:rPr lang="en-US" sz="1600">
                <a:solidFill>
                  <a:srgbClr val="000000"/>
                </a:solidFill>
              </a:rPr>
              <a:t>When network traffic passes through an interface configured with an ACL, the router compares the information within the packet against each ACE, in sequential order, to determine if the packet matches one of the ACEs. This process is called packet filtering.</a:t>
            </a:r>
          </a:p>
          <a:p>
            <a:pPr marL="342900" indent="-342900" algn="l">
              <a:buFont typeface="Arial" panose="020B0604020202020204" pitchFamily="34" charset="0"/>
              <a:buChar char="•"/>
            </a:pPr>
            <a:endParaRPr lang="en-US" sz="1600">
              <a:solidFill>
                <a:srgbClr val="000000"/>
              </a:solidFill>
            </a:endParaRPr>
          </a:p>
        </p:txBody>
      </p:sp>
    </p:spTree>
    <p:custDataLst>
      <p:tags r:id="rId1"/>
    </p:custDataLst>
    <p:extLst>
      <p:ext uri="{BB962C8B-B14F-4D97-AF65-F5344CB8AC3E}">
        <p14:creationId xmlns:p14="http://schemas.microsoft.com/office/powerpoint/2010/main" val="3943937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Purpose of ACLs</a:t>
            </a:r>
            <a:br>
              <a:rPr lang="en-US"/>
            </a:br>
            <a:r>
              <a:rPr lang="en-US" sz="2400"/>
              <a:t>What is an ACL? (Cont.)</a:t>
            </a:r>
          </a:p>
        </p:txBody>
      </p:sp>
      <p:sp>
        <p:nvSpPr>
          <p:cNvPr id="4" name="Content Placeholder 3">
            <a:extLst>
              <a:ext uri="{FF2B5EF4-FFF2-40B4-BE49-F238E27FC236}">
                <a16:creationId xmlns:a16="http://schemas.microsoft.com/office/drawing/2014/main" id="{09C13DB7-ACC4-A04D-99E2-C72E8098EE5B}"/>
              </a:ext>
            </a:extLst>
          </p:cNvPr>
          <p:cNvSpPr>
            <a:spLocks noGrp="1"/>
          </p:cNvSpPr>
          <p:nvPr>
            <p:ph idx="1"/>
          </p:nvPr>
        </p:nvSpPr>
        <p:spPr>
          <a:xfrm>
            <a:off x="474662" y="731837"/>
            <a:ext cx="8280057" cy="3689897"/>
          </a:xfrm>
        </p:spPr>
        <p:txBody>
          <a:bodyPr/>
          <a:lstStyle/>
          <a:p>
            <a:pPr marL="0" indent="0" algn="l"/>
            <a:r>
              <a:rPr lang="en-US">
                <a:solidFill>
                  <a:srgbClr val="000000"/>
                </a:solidFill>
              </a:rPr>
              <a:t>Several tasks performed by routers require the use of ACLs to identify traffic:</a:t>
            </a:r>
          </a:p>
          <a:p>
            <a:pPr marL="342900" indent="-342900" algn="l">
              <a:buFont typeface="Arial" panose="020B0604020202020204" pitchFamily="34" charset="0"/>
              <a:buChar char="•"/>
            </a:pPr>
            <a:r>
              <a:rPr lang="en-US">
                <a:solidFill>
                  <a:srgbClr val="000000"/>
                </a:solidFill>
              </a:rPr>
              <a:t>Limit network traffic to increase network performance</a:t>
            </a:r>
          </a:p>
          <a:p>
            <a:pPr marL="342900" indent="-342900" algn="l">
              <a:buFont typeface="Arial" panose="020B0604020202020204" pitchFamily="34" charset="0"/>
              <a:buChar char="•"/>
            </a:pPr>
            <a:r>
              <a:rPr lang="en-US">
                <a:solidFill>
                  <a:srgbClr val="000000"/>
                </a:solidFill>
              </a:rPr>
              <a:t>Provide traffic flow control</a:t>
            </a:r>
          </a:p>
          <a:p>
            <a:pPr marL="342900" indent="-342900" algn="l">
              <a:buFont typeface="Arial" panose="020B0604020202020204" pitchFamily="34" charset="0"/>
              <a:buChar char="•"/>
            </a:pPr>
            <a:r>
              <a:rPr lang="en-US">
                <a:solidFill>
                  <a:srgbClr val="000000"/>
                </a:solidFill>
              </a:rPr>
              <a:t>Provide a basic level of security for network access</a:t>
            </a:r>
          </a:p>
          <a:p>
            <a:pPr marL="342900" indent="-342900" algn="l">
              <a:buFont typeface="Arial" panose="020B0604020202020204" pitchFamily="34" charset="0"/>
              <a:buChar char="•"/>
            </a:pPr>
            <a:r>
              <a:rPr lang="en-US">
                <a:solidFill>
                  <a:srgbClr val="000000"/>
                </a:solidFill>
              </a:rPr>
              <a:t>Filter traffic based on traffic type</a:t>
            </a:r>
          </a:p>
          <a:p>
            <a:pPr marL="342900" indent="-342900" algn="l">
              <a:buFont typeface="Arial" panose="020B0604020202020204" pitchFamily="34" charset="0"/>
              <a:buChar char="•"/>
            </a:pPr>
            <a:r>
              <a:rPr lang="en-US">
                <a:solidFill>
                  <a:srgbClr val="000000"/>
                </a:solidFill>
              </a:rPr>
              <a:t>Screen hosts to permit or deny access to network services</a:t>
            </a:r>
          </a:p>
          <a:p>
            <a:pPr marL="342900" indent="-342900" algn="l">
              <a:buFont typeface="Arial" panose="020B0604020202020204" pitchFamily="34" charset="0"/>
              <a:buChar char="•"/>
            </a:pPr>
            <a:r>
              <a:rPr lang="en-US">
                <a:solidFill>
                  <a:srgbClr val="000000"/>
                </a:solidFill>
              </a:rPr>
              <a:t>Provide priority to certain classes of network traffic</a:t>
            </a:r>
          </a:p>
          <a:p>
            <a:pPr marL="342900" indent="-342900" algn="l">
              <a:buFont typeface="Arial" panose="020B0604020202020204" pitchFamily="34" charset="0"/>
              <a:buChar char="•"/>
            </a:pPr>
            <a:endParaRPr lang="en-US">
              <a:solidFill>
                <a:srgbClr val="000000"/>
              </a:solidFill>
            </a:endParaRPr>
          </a:p>
        </p:txBody>
      </p:sp>
    </p:spTree>
    <p:custDataLst>
      <p:tags r:id="rId1"/>
    </p:custDataLst>
    <p:extLst>
      <p:ext uri="{BB962C8B-B14F-4D97-AF65-F5344CB8AC3E}">
        <p14:creationId xmlns:p14="http://schemas.microsoft.com/office/powerpoint/2010/main" val="24880173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Purpose of ACLs</a:t>
            </a:r>
            <a:br>
              <a:rPr lang="en-US"/>
            </a:br>
            <a:r>
              <a:rPr lang="en-US" sz="2400"/>
              <a:t>Packet Filtering</a:t>
            </a:r>
          </a:p>
        </p:txBody>
      </p:sp>
      <p:sp>
        <p:nvSpPr>
          <p:cNvPr id="5" name="Content Placeholder 4">
            <a:extLst>
              <a:ext uri="{FF2B5EF4-FFF2-40B4-BE49-F238E27FC236}">
                <a16:creationId xmlns:a16="http://schemas.microsoft.com/office/drawing/2014/main" id="{C788ABE6-BB6E-DC4B-A849-9C7CB13E345C}"/>
              </a:ext>
            </a:extLst>
          </p:cNvPr>
          <p:cNvSpPr>
            <a:spLocks noGrp="1"/>
          </p:cNvSpPr>
          <p:nvPr>
            <p:ph idx="1"/>
          </p:nvPr>
        </p:nvSpPr>
        <p:spPr>
          <a:xfrm>
            <a:off x="474663" y="731837"/>
            <a:ext cx="4413426" cy="3689897"/>
          </a:xfrm>
        </p:spPr>
        <p:txBody>
          <a:bodyPr/>
          <a:lstStyle/>
          <a:p>
            <a:pPr marL="342900" indent="-342900" algn="l">
              <a:buFont typeface="Arial" panose="020B0604020202020204" pitchFamily="34" charset="0"/>
              <a:buChar char="•"/>
            </a:pPr>
            <a:r>
              <a:rPr lang="en-US" sz="1600">
                <a:solidFill>
                  <a:srgbClr val="000000"/>
                </a:solidFill>
              </a:rPr>
              <a:t>Packet filtering controls access to a network by analyzing the incoming and/or outgoing packets and forwarding them or discarding them based on given criteria. </a:t>
            </a:r>
          </a:p>
          <a:p>
            <a:pPr marL="342900" indent="-342900" algn="l">
              <a:buFont typeface="Arial" panose="020B0604020202020204" pitchFamily="34" charset="0"/>
              <a:buChar char="•"/>
            </a:pPr>
            <a:r>
              <a:rPr lang="en-US" sz="1600">
                <a:solidFill>
                  <a:srgbClr val="000000"/>
                </a:solidFill>
              </a:rPr>
              <a:t>Packet filtering can occur at Layer 3 or Layer 4.</a:t>
            </a:r>
          </a:p>
          <a:p>
            <a:pPr marL="342900" indent="-342900" algn="l">
              <a:buFont typeface="Arial" panose="020B0604020202020204" pitchFamily="34" charset="0"/>
              <a:buChar char="•"/>
            </a:pPr>
            <a:r>
              <a:rPr lang="en-US" sz="1600">
                <a:solidFill>
                  <a:srgbClr val="000000"/>
                </a:solidFill>
              </a:rPr>
              <a:t>Cisco routers support two types of ACLs:</a:t>
            </a:r>
          </a:p>
          <a:p>
            <a:pPr marL="415985" lvl="1" indent="-342900">
              <a:buFont typeface="Arial" panose="020B0604020202020204" pitchFamily="34" charset="0"/>
              <a:buChar char="•"/>
            </a:pPr>
            <a:r>
              <a:rPr lang="en-US" b="1">
                <a:solidFill>
                  <a:srgbClr val="000000"/>
                </a:solidFill>
              </a:rPr>
              <a:t>Standard ACLs</a:t>
            </a:r>
            <a:r>
              <a:rPr lang="en-US">
                <a:solidFill>
                  <a:srgbClr val="000000"/>
                </a:solidFill>
              </a:rPr>
              <a:t> - ACLs only filter at Layer 3 using the source </a:t>
            </a:r>
            <a:r>
              <a:rPr lang="en-US" u="sng">
                <a:solidFill>
                  <a:srgbClr val="000000"/>
                </a:solidFill>
              </a:rPr>
              <a:t>IPv4 address only</a:t>
            </a:r>
            <a:r>
              <a:rPr lang="en-US">
                <a:solidFill>
                  <a:srgbClr val="000000"/>
                </a:solidFill>
              </a:rPr>
              <a:t>.</a:t>
            </a:r>
          </a:p>
          <a:p>
            <a:pPr marL="415985" lvl="1" indent="-342900">
              <a:buFont typeface="Arial" panose="020B0604020202020204" pitchFamily="34" charset="0"/>
              <a:buChar char="•"/>
            </a:pPr>
            <a:r>
              <a:rPr lang="en-US" b="1">
                <a:solidFill>
                  <a:srgbClr val="000000"/>
                </a:solidFill>
              </a:rPr>
              <a:t>Extended ACLs</a:t>
            </a:r>
            <a:r>
              <a:rPr lang="en-US">
                <a:solidFill>
                  <a:srgbClr val="000000"/>
                </a:solidFill>
              </a:rPr>
              <a:t> - ACLs filter at Layer 3 using the source and / or destination IPv4/IPv6 address. They can also filter at Layer 4 using TCP, UDP ports, and optional protocol type information for finer control.</a:t>
            </a:r>
          </a:p>
          <a:p>
            <a:pPr marL="415985" lvl="1" indent="-342900">
              <a:buFont typeface="Arial" panose="020B0604020202020204" pitchFamily="34" charset="0"/>
              <a:buChar char="•"/>
            </a:pPr>
            <a:r>
              <a:rPr lang="en-US" b="1">
                <a:solidFill>
                  <a:srgbClr val="000000"/>
                </a:solidFill>
              </a:rPr>
              <a:t>Numbered ACLs </a:t>
            </a:r>
            <a:r>
              <a:rPr lang="en-US">
                <a:solidFill>
                  <a:srgbClr val="000000"/>
                </a:solidFill>
              </a:rPr>
              <a:t>(IPv4 only) and </a:t>
            </a:r>
            <a:r>
              <a:rPr lang="en-US" b="1">
                <a:solidFill>
                  <a:srgbClr val="000000"/>
                </a:solidFill>
              </a:rPr>
              <a:t>Named ACLs </a:t>
            </a:r>
            <a:r>
              <a:rPr lang="en-US">
                <a:solidFill>
                  <a:srgbClr val="000000"/>
                </a:solidFill>
              </a:rPr>
              <a:t>(both IPv4/IPv6)</a:t>
            </a:r>
          </a:p>
          <a:p>
            <a:pPr marL="342900" indent="-342900" algn="l">
              <a:buFont typeface="Arial" panose="020B0604020202020204" pitchFamily="34" charset="0"/>
              <a:buChar char="•"/>
            </a:pPr>
            <a:endParaRPr lang="en-US" sz="1600">
              <a:solidFill>
                <a:srgbClr val="000000"/>
              </a:solidFill>
            </a:endParaRPr>
          </a:p>
        </p:txBody>
      </p:sp>
      <p:pic>
        <p:nvPicPr>
          <p:cNvPr id="7" name="Picture 6">
            <a:extLst>
              <a:ext uri="{FF2B5EF4-FFF2-40B4-BE49-F238E27FC236}">
                <a16:creationId xmlns:a16="http://schemas.microsoft.com/office/drawing/2014/main" id="{7402CCE3-4351-8549-A66A-6E5ECEADD2BF}"/>
              </a:ext>
            </a:extLst>
          </p:cNvPr>
          <p:cNvPicPr>
            <a:picLocks noChangeAspect="1"/>
          </p:cNvPicPr>
          <p:nvPr/>
        </p:nvPicPr>
        <p:blipFill>
          <a:blip r:embed="rId4"/>
          <a:stretch>
            <a:fillRect/>
          </a:stretch>
        </p:blipFill>
        <p:spPr>
          <a:xfrm>
            <a:off x="4868199" y="1154561"/>
            <a:ext cx="4121802" cy="2998611"/>
          </a:xfrm>
          <a:prstGeom prst="rect">
            <a:avLst/>
          </a:prstGeom>
        </p:spPr>
      </p:pic>
    </p:spTree>
    <p:custDataLst>
      <p:tags r:id="rId1"/>
    </p:custDataLst>
    <p:extLst>
      <p:ext uri="{BB962C8B-B14F-4D97-AF65-F5344CB8AC3E}">
        <p14:creationId xmlns:p14="http://schemas.microsoft.com/office/powerpoint/2010/main" val="41723386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Purpose of ACLs</a:t>
            </a:r>
            <a:br>
              <a:rPr lang="en-US"/>
            </a:br>
            <a:r>
              <a:rPr lang="en-US" sz="2400"/>
              <a:t>ACL Operation</a:t>
            </a:r>
          </a:p>
        </p:txBody>
      </p:sp>
      <p:sp>
        <p:nvSpPr>
          <p:cNvPr id="4" name="Content Placeholder 3">
            <a:extLst>
              <a:ext uri="{FF2B5EF4-FFF2-40B4-BE49-F238E27FC236}">
                <a16:creationId xmlns:a16="http://schemas.microsoft.com/office/drawing/2014/main" id="{5B9957C2-7074-1C44-92EF-2F60F65F21DE}"/>
              </a:ext>
            </a:extLst>
          </p:cNvPr>
          <p:cNvSpPr>
            <a:spLocks noGrp="1"/>
          </p:cNvSpPr>
          <p:nvPr>
            <p:ph idx="1"/>
          </p:nvPr>
        </p:nvSpPr>
        <p:spPr>
          <a:xfrm>
            <a:off x="474662" y="731837"/>
            <a:ext cx="8280057" cy="2787877"/>
          </a:xfrm>
        </p:spPr>
        <p:txBody>
          <a:bodyPr/>
          <a:lstStyle/>
          <a:p>
            <a:pPr marL="342900" indent="-342900" algn="l">
              <a:buFont typeface="Arial" panose="020B0604020202020204" pitchFamily="34" charset="0"/>
              <a:buChar char="•"/>
            </a:pPr>
            <a:r>
              <a:rPr lang="en-US" sz="1600">
                <a:solidFill>
                  <a:srgbClr val="000000"/>
                </a:solidFill>
              </a:rPr>
              <a:t>ACLs define the set of rules that give added control for packets that enter inbound interfaces, packets that relay through the router, and packets that exit outbound interfaces of the router.</a:t>
            </a:r>
          </a:p>
          <a:p>
            <a:pPr marL="342900" indent="-342900" algn="l">
              <a:buFont typeface="Arial" panose="020B0604020202020204" pitchFamily="34" charset="0"/>
              <a:buChar char="•"/>
            </a:pPr>
            <a:r>
              <a:rPr lang="en-US" sz="1600">
                <a:solidFill>
                  <a:srgbClr val="000000"/>
                </a:solidFill>
              </a:rPr>
              <a:t>ACLs can be configured to apply to inbound traffic and outbound traffic.</a:t>
            </a:r>
          </a:p>
          <a:p>
            <a:pPr marL="0" indent="0" algn="l"/>
            <a:r>
              <a:rPr lang="en-US" sz="1600" b="1">
                <a:solidFill>
                  <a:srgbClr val="000000"/>
                </a:solidFill>
              </a:rPr>
              <a:t>Note</a:t>
            </a:r>
            <a:r>
              <a:rPr lang="en-US" sz="1600">
                <a:solidFill>
                  <a:srgbClr val="000000"/>
                </a:solidFill>
              </a:rPr>
              <a:t>: ACLs do not act on packets that originate from the router itself.</a:t>
            </a:r>
          </a:p>
          <a:p>
            <a:pPr marL="342900" indent="-342900" algn="l">
              <a:buFont typeface="Arial" panose="020B0604020202020204" pitchFamily="34" charset="0"/>
              <a:buChar char="•"/>
            </a:pPr>
            <a:r>
              <a:rPr lang="en-US" sz="1600">
                <a:solidFill>
                  <a:srgbClr val="000000"/>
                </a:solidFill>
              </a:rPr>
              <a:t>An inbound ACL filters packets before they are routed to the outbound interface. An inbound ACL is efficient because it saves the overhead of routing lookups if the packet is discarded.</a:t>
            </a:r>
          </a:p>
          <a:p>
            <a:pPr marL="342900" indent="-342900" algn="l">
              <a:buFont typeface="Arial" panose="020B0604020202020204" pitchFamily="34" charset="0"/>
              <a:buChar char="•"/>
            </a:pPr>
            <a:r>
              <a:rPr lang="en-US" sz="1600">
                <a:solidFill>
                  <a:srgbClr val="000000"/>
                </a:solidFill>
              </a:rPr>
              <a:t>An outbound ACL filters packets after being routed, regardless of the inbound interface.</a:t>
            </a:r>
          </a:p>
          <a:p>
            <a:pPr marL="342900" indent="-342900" algn="l">
              <a:buFont typeface="Arial" panose="020B0604020202020204" pitchFamily="34" charset="0"/>
              <a:buChar char="•"/>
            </a:pPr>
            <a:endParaRPr lang="en-US" sz="1600">
              <a:solidFill>
                <a:srgbClr val="000000"/>
              </a:solidFill>
            </a:endParaRPr>
          </a:p>
        </p:txBody>
      </p:sp>
      <p:pic>
        <p:nvPicPr>
          <p:cNvPr id="8" name="Picture 7">
            <a:extLst>
              <a:ext uri="{FF2B5EF4-FFF2-40B4-BE49-F238E27FC236}">
                <a16:creationId xmlns:a16="http://schemas.microsoft.com/office/drawing/2014/main" id="{F927B8DB-BFC5-AD4A-987C-9991665CB3E7}"/>
              </a:ext>
            </a:extLst>
          </p:cNvPr>
          <p:cNvPicPr>
            <a:picLocks noChangeAspect="1"/>
          </p:cNvPicPr>
          <p:nvPr/>
        </p:nvPicPr>
        <p:blipFill>
          <a:blip r:embed="rId4"/>
          <a:stretch>
            <a:fillRect/>
          </a:stretch>
        </p:blipFill>
        <p:spPr>
          <a:xfrm>
            <a:off x="1021291" y="3663491"/>
            <a:ext cx="7101417" cy="1105360"/>
          </a:xfrm>
          <a:prstGeom prst="rect">
            <a:avLst/>
          </a:prstGeom>
        </p:spPr>
      </p:pic>
    </p:spTree>
    <p:custDataLst>
      <p:tags r:id="rId1"/>
    </p:custDataLst>
    <p:extLst>
      <p:ext uri="{BB962C8B-B14F-4D97-AF65-F5344CB8AC3E}">
        <p14:creationId xmlns:p14="http://schemas.microsoft.com/office/powerpoint/2010/main" val="5417447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Purpose of ACLs</a:t>
            </a:r>
            <a:br>
              <a:rPr lang="en-US"/>
            </a:br>
            <a:r>
              <a:rPr lang="en-US" sz="2400"/>
              <a:t>ACL Operation (Cont.)</a:t>
            </a:r>
          </a:p>
        </p:txBody>
      </p:sp>
      <p:sp>
        <p:nvSpPr>
          <p:cNvPr id="5" name="Content Placeholder 4">
            <a:extLst>
              <a:ext uri="{FF2B5EF4-FFF2-40B4-BE49-F238E27FC236}">
                <a16:creationId xmlns:a16="http://schemas.microsoft.com/office/drawing/2014/main" id="{C4907ED6-B1FD-5444-BF65-9A9AE86C37A8}"/>
              </a:ext>
            </a:extLst>
          </p:cNvPr>
          <p:cNvSpPr>
            <a:spLocks noGrp="1"/>
          </p:cNvSpPr>
          <p:nvPr>
            <p:ph idx="1"/>
          </p:nvPr>
        </p:nvSpPr>
        <p:spPr>
          <a:xfrm>
            <a:off x="474662" y="731837"/>
            <a:ext cx="8280057" cy="3689897"/>
          </a:xfrm>
        </p:spPr>
        <p:txBody>
          <a:bodyPr/>
          <a:lstStyle/>
          <a:p>
            <a:pPr marL="0" indent="0" algn="l"/>
            <a:r>
              <a:rPr lang="en-US" sz="1600">
                <a:solidFill>
                  <a:srgbClr val="000000"/>
                </a:solidFill>
              </a:rPr>
              <a:t>When an ACL is applied to an interface, it follows a specific operating procedure. Here are the operational steps used when traffic has entered a router interface with an inbound standard IPv4 ACL configured:</a:t>
            </a:r>
          </a:p>
          <a:p>
            <a:pPr marL="415985" lvl="1" indent="-342900">
              <a:buFont typeface="+mj-lt"/>
              <a:buAutoNum type="arabicPeriod"/>
            </a:pPr>
            <a:r>
              <a:rPr lang="en-US">
                <a:solidFill>
                  <a:srgbClr val="000000"/>
                </a:solidFill>
              </a:rPr>
              <a:t>The router extracts the source IPv4 address from the packet header.</a:t>
            </a:r>
          </a:p>
          <a:p>
            <a:pPr marL="415985" lvl="1" indent="-342900">
              <a:buFont typeface="+mj-lt"/>
              <a:buAutoNum type="arabicPeriod"/>
            </a:pPr>
            <a:r>
              <a:rPr lang="en-US">
                <a:solidFill>
                  <a:srgbClr val="000000"/>
                </a:solidFill>
              </a:rPr>
              <a:t>The router starts at the top of the ACL and compares the source IPv4 address to each ACE in a sequential order.</a:t>
            </a:r>
          </a:p>
          <a:p>
            <a:pPr marL="415985" lvl="1" indent="-342900">
              <a:buFont typeface="+mj-lt"/>
              <a:buAutoNum type="arabicPeriod"/>
            </a:pPr>
            <a:r>
              <a:rPr lang="en-US">
                <a:solidFill>
                  <a:srgbClr val="000000"/>
                </a:solidFill>
              </a:rPr>
              <a:t>When a match is made, the router carries out the instruction, either permitting or denying the packet, and </a:t>
            </a:r>
            <a:r>
              <a:rPr lang="en-US" b="1">
                <a:solidFill>
                  <a:srgbClr val="000000"/>
                </a:solidFill>
              </a:rPr>
              <a:t>the remaining ACEs </a:t>
            </a:r>
            <a:r>
              <a:rPr lang="en-US">
                <a:solidFill>
                  <a:srgbClr val="000000"/>
                </a:solidFill>
              </a:rPr>
              <a:t>in the ACL, if any, </a:t>
            </a:r>
            <a:r>
              <a:rPr lang="en-US" b="1">
                <a:solidFill>
                  <a:srgbClr val="000000"/>
                </a:solidFill>
              </a:rPr>
              <a:t>are not analyzed</a:t>
            </a:r>
            <a:r>
              <a:rPr lang="en-US">
                <a:solidFill>
                  <a:srgbClr val="000000"/>
                </a:solidFill>
              </a:rPr>
              <a:t>.</a:t>
            </a:r>
          </a:p>
          <a:p>
            <a:pPr marL="415985" lvl="1" indent="-342900">
              <a:buFont typeface="+mj-lt"/>
              <a:buAutoNum type="arabicPeriod"/>
            </a:pPr>
            <a:r>
              <a:rPr lang="en-US">
                <a:solidFill>
                  <a:srgbClr val="000000"/>
                </a:solidFill>
              </a:rPr>
              <a:t>If the source IPv4 address does not match any ACEs in the ACL, the packet is discarded because there is an implicit deny ACE automatically applied to all ACLs.</a:t>
            </a:r>
          </a:p>
          <a:p>
            <a:pPr marL="0" indent="0" algn="l"/>
            <a:r>
              <a:rPr lang="en-US" sz="1600">
                <a:solidFill>
                  <a:srgbClr val="000000"/>
                </a:solidFill>
              </a:rPr>
              <a:t>The </a:t>
            </a:r>
            <a:r>
              <a:rPr lang="en-US" sz="1600" u="sng">
                <a:solidFill>
                  <a:srgbClr val="000000"/>
                </a:solidFill>
              </a:rPr>
              <a:t>last ACE statement of an ACL is always an implicit deny </a:t>
            </a:r>
            <a:r>
              <a:rPr lang="en-US" sz="1600">
                <a:solidFill>
                  <a:srgbClr val="000000"/>
                </a:solidFill>
              </a:rPr>
              <a:t>that blocks all traffic. It is hidden and not displayed in the configuration.</a:t>
            </a:r>
          </a:p>
          <a:p>
            <a:pPr marL="73085" lvl="1" indent="0">
              <a:buNone/>
            </a:pPr>
            <a:r>
              <a:rPr lang="en-US" b="1">
                <a:solidFill>
                  <a:srgbClr val="000000"/>
                </a:solidFill>
              </a:rPr>
              <a:t>Note</a:t>
            </a:r>
            <a:r>
              <a:rPr lang="en-US">
                <a:solidFill>
                  <a:srgbClr val="000000"/>
                </a:solidFill>
              </a:rPr>
              <a:t>: An ACL must have at least one permit statement otherwise all traffic will be denied due to the implicit deny ACE statement.</a:t>
            </a:r>
          </a:p>
          <a:p>
            <a:pPr marL="342900" indent="-342900" algn="l">
              <a:buFont typeface="Arial" panose="020B0604020202020204" pitchFamily="34" charset="0"/>
              <a:buChar char="•"/>
            </a:pPr>
            <a:endParaRPr lang="en-US" sz="1600">
              <a:solidFill>
                <a:srgbClr val="000000"/>
              </a:solidFill>
            </a:endParaRPr>
          </a:p>
        </p:txBody>
      </p:sp>
    </p:spTree>
    <p:custDataLst>
      <p:tags r:id="rId1"/>
    </p:custDataLst>
    <p:extLst>
      <p:ext uri="{BB962C8B-B14F-4D97-AF65-F5344CB8AC3E}">
        <p14:creationId xmlns:p14="http://schemas.microsoft.com/office/powerpoint/2010/main" val="41864701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Zástupný objekt pre obsah 4" descr="Obrázok, na ktorom je text, snímka obrazovky, písmo, jedálny lístok&#10;&#10;Obsah vygenerovaný pomocou AI môže byť nesprávny.">
            <a:extLst>
              <a:ext uri="{FF2B5EF4-FFF2-40B4-BE49-F238E27FC236}">
                <a16:creationId xmlns:a16="http://schemas.microsoft.com/office/drawing/2014/main" id="{088681FF-D99A-1BFD-1BFB-DB9EA961014C}"/>
              </a:ext>
            </a:extLst>
          </p:cNvPr>
          <p:cNvPicPr>
            <a:picLocks noGrp="1" noChangeAspect="1"/>
          </p:cNvPicPr>
          <p:nvPr>
            <p:ph idx="1"/>
          </p:nvPr>
        </p:nvPicPr>
        <p:blipFill>
          <a:blip r:embed="rId2"/>
          <a:stretch>
            <a:fillRect/>
          </a:stretch>
        </p:blipFill>
        <p:spPr>
          <a:xfrm>
            <a:off x="1264010" y="689499"/>
            <a:ext cx="5926499" cy="4324742"/>
          </a:xfrm>
        </p:spPr>
      </p:pic>
      <p:sp>
        <p:nvSpPr>
          <p:cNvPr id="3" name="Nadpis 2">
            <a:extLst>
              <a:ext uri="{FF2B5EF4-FFF2-40B4-BE49-F238E27FC236}">
                <a16:creationId xmlns:a16="http://schemas.microsoft.com/office/drawing/2014/main" id="{94FA5AB8-1A8F-45AB-AA83-E949D409E691}"/>
              </a:ext>
            </a:extLst>
          </p:cNvPr>
          <p:cNvSpPr>
            <a:spLocks noGrp="1"/>
          </p:cNvSpPr>
          <p:nvPr>
            <p:ph type="title"/>
          </p:nvPr>
        </p:nvSpPr>
        <p:spPr/>
        <p:txBody>
          <a:bodyPr/>
          <a:lstStyle/>
          <a:p>
            <a:r>
              <a:rPr lang="en-US" noProof="0" dirty="0"/>
              <a:t>Global view of packet processing</a:t>
            </a:r>
          </a:p>
        </p:txBody>
      </p:sp>
    </p:spTree>
    <p:extLst>
      <p:ext uri="{BB962C8B-B14F-4D97-AF65-F5344CB8AC3E}">
        <p14:creationId xmlns:p14="http://schemas.microsoft.com/office/powerpoint/2010/main" val="2581345861"/>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a:solidFill>
                  <a:schemeClr val="accent5">
                    <a:lumMod val="40000"/>
                    <a:lumOff val="60000"/>
                  </a:schemeClr>
                </a:solidFill>
              </a:rPr>
              <a:t>4.2 Wildcard Masks in ACLs</a:t>
            </a:r>
          </a:p>
        </p:txBody>
      </p:sp>
    </p:spTree>
    <p:custDataLst>
      <p:tags r:id="rId1"/>
    </p:custDataLst>
    <p:extLst>
      <p:ext uri="{BB962C8B-B14F-4D97-AF65-F5344CB8AC3E}">
        <p14:creationId xmlns:p14="http://schemas.microsoft.com/office/powerpoint/2010/main" val="1619359580"/>
      </p:ext>
    </p:extLst>
  </p:cSld>
  <p:clrMapOvr>
    <a:masterClrMapping/>
  </p:clrMapOvr>
  <p:transition spd="slow">
    <p:wip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Wildcard Masks in ACLs</a:t>
            </a:r>
            <a:br>
              <a:rPr lang="en-US"/>
            </a:br>
            <a:r>
              <a:rPr lang="en-US" sz="2400"/>
              <a:t>Wildcard Mask Overview</a:t>
            </a:r>
          </a:p>
        </p:txBody>
      </p:sp>
      <p:sp>
        <p:nvSpPr>
          <p:cNvPr id="5" name="Content Placeholder 4">
            <a:extLst>
              <a:ext uri="{FF2B5EF4-FFF2-40B4-BE49-F238E27FC236}">
                <a16:creationId xmlns:a16="http://schemas.microsoft.com/office/drawing/2014/main" id="{DEB470EA-293F-8845-8D0E-FC9F398E8352}"/>
              </a:ext>
            </a:extLst>
          </p:cNvPr>
          <p:cNvSpPr>
            <a:spLocks noGrp="1"/>
          </p:cNvSpPr>
          <p:nvPr>
            <p:ph idx="1"/>
          </p:nvPr>
        </p:nvSpPr>
        <p:spPr>
          <a:xfrm>
            <a:off x="431971" y="731837"/>
            <a:ext cx="8280057" cy="3689897"/>
          </a:xfrm>
        </p:spPr>
        <p:txBody>
          <a:bodyPr/>
          <a:lstStyle/>
          <a:p>
            <a:pPr marL="0" indent="0" algn="l"/>
            <a:r>
              <a:rPr lang="en-US" sz="1600" dirty="0">
                <a:solidFill>
                  <a:srgbClr val="000000"/>
                </a:solidFill>
              </a:rPr>
              <a:t>A wildcard mask is similar to a subnet mask in that it uses the ANDing process to identify which bits in an IPv4 address to match. Unlike a subnet mask, in which binary 1 is equal to a match and binary 0 is not a match, in a wildcard mask, the reverse is true.</a:t>
            </a:r>
          </a:p>
          <a:p>
            <a:pPr marL="285750" indent="-285750" algn="l">
              <a:buFont typeface="Arial" panose="020B0604020202020204" pitchFamily="34" charset="0"/>
              <a:buChar char="•"/>
            </a:pPr>
            <a:r>
              <a:rPr lang="en-US" sz="1600" dirty="0">
                <a:solidFill>
                  <a:srgbClr val="000000"/>
                </a:solidFill>
              </a:rPr>
              <a:t>An IPv4 ACE uses a 32-bit wildcard mask to determine which bits of the address to examine for a match.</a:t>
            </a:r>
          </a:p>
          <a:p>
            <a:pPr marL="285750" indent="-285750" algn="l">
              <a:buFont typeface="Arial" panose="020B0604020202020204" pitchFamily="34" charset="0"/>
              <a:buChar char="•"/>
            </a:pPr>
            <a:r>
              <a:rPr lang="en-US" sz="1600" dirty="0">
                <a:solidFill>
                  <a:srgbClr val="000000"/>
                </a:solidFill>
              </a:rPr>
              <a:t>Wildcard masks use the following rules to match binary 1s and 0s:</a:t>
            </a:r>
          </a:p>
          <a:p>
            <a:pPr marL="415985" lvl="1" indent="-342900">
              <a:buFont typeface="Arial" panose="020B0604020202020204" pitchFamily="34" charset="0"/>
              <a:buChar char="•"/>
            </a:pPr>
            <a:r>
              <a:rPr lang="en-US" sz="1600" b="1" dirty="0">
                <a:solidFill>
                  <a:srgbClr val="000000"/>
                </a:solidFill>
              </a:rPr>
              <a:t>Wildcard mask bit 0</a:t>
            </a:r>
            <a:r>
              <a:rPr lang="en-US" sz="1600" dirty="0">
                <a:solidFill>
                  <a:srgbClr val="000000"/>
                </a:solidFill>
              </a:rPr>
              <a:t> - Match the corresponding bit value in the address</a:t>
            </a:r>
          </a:p>
          <a:p>
            <a:pPr marL="415985" lvl="1" indent="-342900">
              <a:buFont typeface="Arial" panose="020B0604020202020204" pitchFamily="34" charset="0"/>
              <a:buChar char="•"/>
            </a:pPr>
            <a:r>
              <a:rPr lang="en-US" sz="1600" b="1" dirty="0">
                <a:solidFill>
                  <a:srgbClr val="000000"/>
                </a:solidFill>
              </a:rPr>
              <a:t>Wildcard mask bit 1</a:t>
            </a:r>
            <a:r>
              <a:rPr lang="en-US" sz="1600" dirty="0">
                <a:solidFill>
                  <a:srgbClr val="000000"/>
                </a:solidFill>
              </a:rPr>
              <a:t> - Ignore the corresponding bit value in the address</a:t>
            </a:r>
          </a:p>
          <a:p>
            <a:pPr marL="415985" lvl="1" indent="-342900">
              <a:buFont typeface="Arial" panose="020B0604020202020204" pitchFamily="34" charset="0"/>
              <a:buChar char="•"/>
            </a:pPr>
            <a:endParaRPr lang="en-US" sz="1600" dirty="0">
              <a:solidFill>
                <a:srgbClr val="000000"/>
              </a:solidFill>
            </a:endParaRPr>
          </a:p>
          <a:p>
            <a:pPr marL="415985" lvl="1" indent="-342900">
              <a:buFont typeface="Arial" panose="020B0604020202020204" pitchFamily="34" charset="0"/>
              <a:buChar char="•"/>
            </a:pPr>
            <a:endParaRPr lang="en-US" sz="1600" dirty="0">
              <a:solidFill>
                <a:srgbClr val="000000"/>
              </a:solidFill>
            </a:endParaRPr>
          </a:p>
          <a:p>
            <a:pPr marL="415985" lvl="1" indent="-342900">
              <a:buFont typeface="Arial" panose="020B0604020202020204" pitchFamily="34" charset="0"/>
              <a:buChar char="•"/>
            </a:pPr>
            <a:r>
              <a:rPr lang="en-US" sz="1600" dirty="0">
                <a:solidFill>
                  <a:srgbClr val="000000"/>
                </a:solidFill>
              </a:rPr>
              <a:t>Valid for CISCO IOS only (UNIX, MS Windows, CISCO ASA use standard netmask)</a:t>
            </a:r>
          </a:p>
          <a:p>
            <a:pPr marL="342900" indent="-342900" algn="l">
              <a:buFont typeface="Arial" panose="020B0604020202020204" pitchFamily="34" charset="0"/>
              <a:buChar char="•"/>
            </a:pPr>
            <a:endParaRPr lang="en-US" sz="1600" dirty="0">
              <a:solidFill>
                <a:srgbClr val="000000"/>
              </a:solidFill>
            </a:endParaRPr>
          </a:p>
        </p:txBody>
      </p:sp>
    </p:spTree>
    <p:custDataLst>
      <p:tags r:id="rId1"/>
    </p:custDataLst>
    <p:extLst>
      <p:ext uri="{BB962C8B-B14F-4D97-AF65-F5344CB8AC3E}">
        <p14:creationId xmlns:p14="http://schemas.microsoft.com/office/powerpoint/2010/main" val="1758506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Wildcard Masks in ACLs</a:t>
            </a:r>
            <a:br>
              <a:rPr lang="en-US"/>
            </a:br>
            <a:r>
              <a:rPr lang="en-US" sz="2400"/>
              <a:t>Wildcard Mask Overview (Cont.)</a:t>
            </a:r>
          </a:p>
        </p:txBody>
      </p:sp>
      <p:graphicFrame>
        <p:nvGraphicFramePr>
          <p:cNvPr id="6" name="Content Placeholder 5">
            <a:extLst>
              <a:ext uri="{FF2B5EF4-FFF2-40B4-BE49-F238E27FC236}">
                <a16:creationId xmlns:a16="http://schemas.microsoft.com/office/drawing/2014/main" id="{74379ED1-F446-2947-A2C3-523C237261E2}"/>
              </a:ext>
            </a:extLst>
          </p:cNvPr>
          <p:cNvGraphicFramePr>
            <a:graphicFrameLocks noGrp="1"/>
          </p:cNvGraphicFramePr>
          <p:nvPr>
            <p:ph idx="1"/>
            <p:extLst>
              <p:ext uri="{D42A27DB-BD31-4B8C-83A1-F6EECF244321}">
                <p14:modId xmlns:p14="http://schemas.microsoft.com/office/powerpoint/2010/main" val="3582511491"/>
              </p:ext>
            </p:extLst>
          </p:nvPr>
        </p:nvGraphicFramePr>
        <p:xfrm>
          <a:off x="474663" y="731838"/>
          <a:ext cx="8280399" cy="3469640"/>
        </p:xfrm>
        <a:graphic>
          <a:graphicData uri="http://schemas.openxmlformats.org/drawingml/2006/table">
            <a:tbl>
              <a:tblPr firstRow="1" bandRow="1">
                <a:tableStyleId>{5C22544A-7EE6-4342-B048-85BDC9FD1C3A}</a:tableStyleId>
              </a:tblPr>
              <a:tblGrid>
                <a:gridCol w="1760537">
                  <a:extLst>
                    <a:ext uri="{9D8B030D-6E8A-4147-A177-3AD203B41FA5}">
                      <a16:colId xmlns:a16="http://schemas.microsoft.com/office/drawing/2014/main" val="3476092771"/>
                    </a:ext>
                  </a:extLst>
                </a:gridCol>
                <a:gridCol w="2009422">
                  <a:extLst>
                    <a:ext uri="{9D8B030D-6E8A-4147-A177-3AD203B41FA5}">
                      <a16:colId xmlns:a16="http://schemas.microsoft.com/office/drawing/2014/main" val="2629171601"/>
                    </a:ext>
                  </a:extLst>
                </a:gridCol>
                <a:gridCol w="4510440">
                  <a:extLst>
                    <a:ext uri="{9D8B030D-6E8A-4147-A177-3AD203B41FA5}">
                      <a16:colId xmlns:a16="http://schemas.microsoft.com/office/drawing/2014/main" val="1239791389"/>
                    </a:ext>
                  </a:extLst>
                </a:gridCol>
              </a:tblGrid>
              <a:tr h="370840">
                <a:tc>
                  <a:txBody>
                    <a:bodyPr/>
                    <a:lstStyle/>
                    <a:p>
                      <a:pPr algn="l" fontAlgn="ctr"/>
                      <a:r>
                        <a:rPr lang="en-US" b="1">
                          <a:effectLst/>
                        </a:rPr>
                        <a:t>Wildcard Mask</a:t>
                      </a:r>
                      <a:endParaRPr lang="en-US">
                        <a:effectLst/>
                      </a:endParaRPr>
                    </a:p>
                  </a:txBody>
                  <a:tcPr marL="47625" marR="47625" marT="47625" marB="47625" anchor="ctr"/>
                </a:tc>
                <a:tc>
                  <a:txBody>
                    <a:bodyPr/>
                    <a:lstStyle/>
                    <a:p>
                      <a:pPr algn="l" fontAlgn="ctr"/>
                      <a:r>
                        <a:rPr lang="en-US" b="1">
                          <a:effectLst/>
                        </a:rPr>
                        <a:t>Last Octet (in Binary)</a:t>
                      </a:r>
                      <a:endParaRPr lang="en-US">
                        <a:effectLst/>
                      </a:endParaRPr>
                    </a:p>
                  </a:txBody>
                  <a:tcPr marL="47625" marR="47625" marT="47625" marB="47625" anchor="ctr"/>
                </a:tc>
                <a:tc>
                  <a:txBody>
                    <a:bodyPr/>
                    <a:lstStyle/>
                    <a:p>
                      <a:pPr algn="l" fontAlgn="ctr"/>
                      <a:r>
                        <a:rPr lang="en-US" b="1">
                          <a:effectLst/>
                        </a:rPr>
                        <a:t>Meaning (0 - match, 1 - ignore)</a:t>
                      </a:r>
                      <a:endParaRPr lang="en-US">
                        <a:effectLst/>
                      </a:endParaRPr>
                    </a:p>
                  </a:txBody>
                  <a:tcPr marL="47625" marR="47625" marT="47625" marB="47625" anchor="ctr"/>
                </a:tc>
                <a:extLst>
                  <a:ext uri="{0D108BD9-81ED-4DB2-BD59-A6C34878D82A}">
                    <a16:rowId xmlns:a16="http://schemas.microsoft.com/office/drawing/2014/main" val="3866350724"/>
                  </a:ext>
                </a:extLst>
              </a:tr>
              <a:tr h="370840">
                <a:tc>
                  <a:txBody>
                    <a:bodyPr/>
                    <a:lstStyle/>
                    <a:p>
                      <a:pPr rtl="0" fontAlgn="ctr"/>
                      <a:r>
                        <a:rPr lang="en-US" b="1">
                          <a:effectLst/>
                        </a:rPr>
                        <a:t>0.0.0.0</a:t>
                      </a:r>
                      <a:endParaRPr lang="en-US" b="0">
                        <a:effectLst/>
                      </a:endParaRPr>
                    </a:p>
                  </a:txBody>
                  <a:tcPr marL="47625" marR="47625" marT="47625" marB="47625" anchor="ctr"/>
                </a:tc>
                <a:tc>
                  <a:txBody>
                    <a:bodyPr/>
                    <a:lstStyle/>
                    <a:p>
                      <a:pPr rtl="0" fontAlgn="ctr"/>
                      <a:r>
                        <a:rPr lang="en-US" b="1">
                          <a:effectLst/>
                        </a:rPr>
                        <a:t>00000000</a:t>
                      </a:r>
                      <a:endParaRPr lang="en-US" b="0">
                        <a:effectLst/>
                      </a:endParaRPr>
                    </a:p>
                  </a:txBody>
                  <a:tcPr marL="47625" marR="47625" marT="47625" marB="47625" anchor="ctr"/>
                </a:tc>
                <a:tc>
                  <a:txBody>
                    <a:bodyPr/>
                    <a:lstStyle/>
                    <a:p>
                      <a:pPr fontAlgn="ctr"/>
                      <a:r>
                        <a:rPr lang="en-US" b="0">
                          <a:effectLst/>
                        </a:rPr>
                        <a:t>Match all octets.</a:t>
                      </a:r>
                    </a:p>
                  </a:txBody>
                  <a:tcPr marL="47625" marR="47625" marT="47625" marB="47625" anchor="ctr"/>
                </a:tc>
                <a:extLst>
                  <a:ext uri="{0D108BD9-81ED-4DB2-BD59-A6C34878D82A}">
                    <a16:rowId xmlns:a16="http://schemas.microsoft.com/office/drawing/2014/main" val="181267600"/>
                  </a:ext>
                </a:extLst>
              </a:tr>
              <a:tr h="370840">
                <a:tc>
                  <a:txBody>
                    <a:bodyPr/>
                    <a:lstStyle/>
                    <a:p>
                      <a:pPr rtl="0" fontAlgn="ctr"/>
                      <a:r>
                        <a:rPr lang="en-US" b="1">
                          <a:effectLst/>
                        </a:rPr>
                        <a:t>0.0.0.63</a:t>
                      </a:r>
                      <a:endParaRPr lang="en-US" b="0">
                        <a:effectLst/>
                      </a:endParaRPr>
                    </a:p>
                  </a:txBody>
                  <a:tcPr marL="47625" marR="47625" marT="47625" marB="47625" anchor="ctr"/>
                </a:tc>
                <a:tc>
                  <a:txBody>
                    <a:bodyPr/>
                    <a:lstStyle/>
                    <a:p>
                      <a:pPr rtl="0" fontAlgn="ctr"/>
                      <a:r>
                        <a:rPr lang="en-US" b="1">
                          <a:effectLst/>
                        </a:rPr>
                        <a:t>00111111</a:t>
                      </a:r>
                      <a:endParaRPr lang="en-US" b="0">
                        <a:effectLst/>
                      </a:endParaRPr>
                    </a:p>
                  </a:txBody>
                  <a:tcPr marL="47625" marR="47625" marT="47625" marB="47625" anchor="ctr"/>
                </a:tc>
                <a:tc>
                  <a:txBody>
                    <a:bodyPr/>
                    <a:lstStyle/>
                    <a:p>
                      <a:pPr fontAlgn="ctr">
                        <a:buFont typeface="Arial" panose="020B0604020202020204" pitchFamily="34" charset="0"/>
                        <a:buChar char="•"/>
                      </a:pPr>
                      <a:r>
                        <a:rPr lang="en-US" b="0">
                          <a:effectLst/>
                        </a:rPr>
                        <a:t>Match the first three octets</a:t>
                      </a:r>
                    </a:p>
                    <a:p>
                      <a:pPr fontAlgn="ctr">
                        <a:buFont typeface="Arial" panose="020B0604020202020204" pitchFamily="34" charset="0"/>
                        <a:buChar char="•"/>
                      </a:pPr>
                      <a:r>
                        <a:rPr lang="en-US" b="0">
                          <a:effectLst/>
                        </a:rPr>
                        <a:t>Match the two left most bits of the last octet</a:t>
                      </a:r>
                    </a:p>
                    <a:p>
                      <a:pPr fontAlgn="ctr">
                        <a:buFont typeface="Arial" panose="020B0604020202020204" pitchFamily="34" charset="0"/>
                        <a:buChar char="•"/>
                      </a:pPr>
                      <a:r>
                        <a:rPr lang="en-US" b="0">
                          <a:effectLst/>
                        </a:rPr>
                        <a:t>Ignore the last 6 bits</a:t>
                      </a:r>
                    </a:p>
                  </a:txBody>
                  <a:tcPr marL="47625" marR="47625" marT="47625" marB="47625" anchor="ctr"/>
                </a:tc>
                <a:extLst>
                  <a:ext uri="{0D108BD9-81ED-4DB2-BD59-A6C34878D82A}">
                    <a16:rowId xmlns:a16="http://schemas.microsoft.com/office/drawing/2014/main" val="188092765"/>
                  </a:ext>
                </a:extLst>
              </a:tr>
              <a:tr h="370840">
                <a:tc>
                  <a:txBody>
                    <a:bodyPr/>
                    <a:lstStyle/>
                    <a:p>
                      <a:pPr rtl="0" fontAlgn="ctr"/>
                      <a:r>
                        <a:rPr lang="en-US" b="1">
                          <a:effectLst/>
                        </a:rPr>
                        <a:t>0.0.0.15</a:t>
                      </a:r>
                      <a:endParaRPr lang="en-US" b="0">
                        <a:effectLst/>
                      </a:endParaRPr>
                    </a:p>
                  </a:txBody>
                  <a:tcPr marL="47625" marR="47625" marT="47625" marB="47625" anchor="ctr"/>
                </a:tc>
                <a:tc>
                  <a:txBody>
                    <a:bodyPr/>
                    <a:lstStyle/>
                    <a:p>
                      <a:pPr rtl="0" fontAlgn="ctr"/>
                      <a:r>
                        <a:rPr lang="en-US" b="1">
                          <a:effectLst/>
                        </a:rPr>
                        <a:t>00001111</a:t>
                      </a:r>
                      <a:endParaRPr lang="en-US" b="0">
                        <a:effectLst/>
                      </a:endParaRPr>
                    </a:p>
                  </a:txBody>
                  <a:tcPr marL="47625" marR="47625" marT="47625" marB="47625" anchor="ctr"/>
                </a:tc>
                <a:tc>
                  <a:txBody>
                    <a:bodyPr/>
                    <a:lstStyle/>
                    <a:p>
                      <a:pPr fontAlgn="ctr">
                        <a:buFont typeface="Arial" panose="020B0604020202020204" pitchFamily="34" charset="0"/>
                        <a:buChar char="•"/>
                      </a:pPr>
                      <a:r>
                        <a:rPr lang="en-US" b="0">
                          <a:effectLst/>
                        </a:rPr>
                        <a:t>Match the first three octets</a:t>
                      </a:r>
                    </a:p>
                    <a:p>
                      <a:pPr fontAlgn="ctr">
                        <a:buFont typeface="Arial" panose="020B0604020202020204" pitchFamily="34" charset="0"/>
                        <a:buChar char="•"/>
                      </a:pPr>
                      <a:r>
                        <a:rPr lang="en-US" b="0">
                          <a:effectLst/>
                        </a:rPr>
                        <a:t>Match the four left most bits of the last octet</a:t>
                      </a:r>
                    </a:p>
                    <a:p>
                      <a:pPr fontAlgn="ctr">
                        <a:buFont typeface="Arial" panose="020B0604020202020204" pitchFamily="34" charset="0"/>
                        <a:buChar char="•"/>
                      </a:pPr>
                      <a:r>
                        <a:rPr lang="en-US" b="0">
                          <a:effectLst/>
                        </a:rPr>
                        <a:t>Ignore the last 4 bits of the last octet</a:t>
                      </a:r>
                    </a:p>
                  </a:txBody>
                  <a:tcPr marL="47625" marR="47625" marT="47625" marB="47625" anchor="ctr"/>
                </a:tc>
                <a:extLst>
                  <a:ext uri="{0D108BD9-81ED-4DB2-BD59-A6C34878D82A}">
                    <a16:rowId xmlns:a16="http://schemas.microsoft.com/office/drawing/2014/main" val="3431003649"/>
                  </a:ext>
                </a:extLst>
              </a:tr>
              <a:tr h="370840">
                <a:tc>
                  <a:txBody>
                    <a:bodyPr/>
                    <a:lstStyle/>
                    <a:p>
                      <a:pPr rtl="0" fontAlgn="ctr"/>
                      <a:r>
                        <a:rPr lang="en-US" b="1">
                          <a:effectLst/>
                        </a:rPr>
                        <a:t>0.0.0.248</a:t>
                      </a:r>
                      <a:endParaRPr lang="en-US" b="0">
                        <a:effectLst/>
                      </a:endParaRPr>
                    </a:p>
                  </a:txBody>
                  <a:tcPr marL="47625" marR="47625" marT="47625" marB="47625" anchor="ctr"/>
                </a:tc>
                <a:tc>
                  <a:txBody>
                    <a:bodyPr/>
                    <a:lstStyle/>
                    <a:p>
                      <a:pPr rtl="0" fontAlgn="ctr"/>
                      <a:r>
                        <a:rPr lang="en-US" b="1">
                          <a:effectLst/>
                        </a:rPr>
                        <a:t>11111100</a:t>
                      </a:r>
                      <a:endParaRPr lang="en-US" b="0">
                        <a:effectLst/>
                      </a:endParaRPr>
                    </a:p>
                  </a:txBody>
                  <a:tcPr marL="47625" marR="47625" marT="47625" marB="47625" anchor="ctr"/>
                </a:tc>
                <a:tc>
                  <a:txBody>
                    <a:bodyPr/>
                    <a:lstStyle/>
                    <a:p>
                      <a:pPr fontAlgn="ctr">
                        <a:buFont typeface="Arial" panose="020B0604020202020204" pitchFamily="34" charset="0"/>
                        <a:buChar char="•"/>
                      </a:pPr>
                      <a:r>
                        <a:rPr lang="en-US" b="0">
                          <a:effectLst/>
                        </a:rPr>
                        <a:t>Match the first three octets</a:t>
                      </a:r>
                    </a:p>
                    <a:p>
                      <a:pPr fontAlgn="ctr">
                        <a:buFont typeface="Arial" panose="020B0604020202020204" pitchFamily="34" charset="0"/>
                        <a:buChar char="•"/>
                      </a:pPr>
                      <a:r>
                        <a:rPr lang="en-US" b="0">
                          <a:effectLst/>
                        </a:rPr>
                        <a:t>Ignore the six left most bits of the last octet</a:t>
                      </a:r>
                    </a:p>
                    <a:p>
                      <a:pPr fontAlgn="ctr">
                        <a:buFont typeface="Arial" panose="020B0604020202020204" pitchFamily="34" charset="0"/>
                        <a:buChar char="•"/>
                      </a:pPr>
                      <a:r>
                        <a:rPr lang="en-US" b="0">
                          <a:effectLst/>
                        </a:rPr>
                        <a:t>Match the last two bits</a:t>
                      </a:r>
                    </a:p>
                  </a:txBody>
                  <a:tcPr marL="47625" marR="47625" marT="47625" marB="47625" anchor="ctr"/>
                </a:tc>
                <a:extLst>
                  <a:ext uri="{0D108BD9-81ED-4DB2-BD59-A6C34878D82A}">
                    <a16:rowId xmlns:a16="http://schemas.microsoft.com/office/drawing/2014/main" val="1972926314"/>
                  </a:ext>
                </a:extLst>
              </a:tr>
              <a:tr h="370840">
                <a:tc>
                  <a:txBody>
                    <a:bodyPr/>
                    <a:lstStyle/>
                    <a:p>
                      <a:pPr rtl="0" fontAlgn="ctr"/>
                      <a:r>
                        <a:rPr lang="en-US" b="1">
                          <a:effectLst/>
                        </a:rPr>
                        <a:t>0.0.0.255</a:t>
                      </a:r>
                      <a:endParaRPr lang="en-US" b="0">
                        <a:effectLst/>
                      </a:endParaRPr>
                    </a:p>
                  </a:txBody>
                  <a:tcPr marL="47625" marR="47625" marT="47625" marB="47625" anchor="ctr"/>
                </a:tc>
                <a:tc>
                  <a:txBody>
                    <a:bodyPr/>
                    <a:lstStyle/>
                    <a:p>
                      <a:pPr rtl="0" fontAlgn="ctr"/>
                      <a:r>
                        <a:rPr lang="en-US" b="1">
                          <a:effectLst/>
                        </a:rPr>
                        <a:t>11111111</a:t>
                      </a:r>
                      <a:endParaRPr lang="en-US" b="0">
                        <a:effectLst/>
                      </a:endParaRPr>
                    </a:p>
                  </a:txBody>
                  <a:tcPr marL="47625" marR="47625" marT="47625" marB="47625" anchor="ctr"/>
                </a:tc>
                <a:tc>
                  <a:txBody>
                    <a:bodyPr/>
                    <a:lstStyle/>
                    <a:p>
                      <a:pPr fontAlgn="ctr">
                        <a:buFont typeface="Arial" panose="020B0604020202020204" pitchFamily="34" charset="0"/>
                        <a:buChar char="•"/>
                      </a:pPr>
                      <a:r>
                        <a:rPr lang="en-US" b="0">
                          <a:effectLst/>
                        </a:rPr>
                        <a:t>Match the first three octet</a:t>
                      </a:r>
                    </a:p>
                    <a:p>
                      <a:pPr fontAlgn="ctr">
                        <a:buFont typeface="Arial" panose="020B0604020202020204" pitchFamily="34" charset="0"/>
                        <a:buChar char="•"/>
                      </a:pPr>
                      <a:r>
                        <a:rPr lang="en-US" b="0">
                          <a:effectLst/>
                        </a:rPr>
                        <a:t>Ignore the last octet</a:t>
                      </a:r>
                    </a:p>
                  </a:txBody>
                  <a:tcPr marL="47625" marR="47625" marT="47625" marB="47625" anchor="ctr"/>
                </a:tc>
                <a:extLst>
                  <a:ext uri="{0D108BD9-81ED-4DB2-BD59-A6C34878D82A}">
                    <a16:rowId xmlns:a16="http://schemas.microsoft.com/office/drawing/2014/main" val="145835747"/>
                  </a:ext>
                </a:extLst>
              </a:tr>
            </a:tbl>
          </a:graphicData>
        </a:graphic>
      </p:graphicFrame>
    </p:spTree>
    <p:custDataLst>
      <p:tags r:id="rId1"/>
    </p:custDataLst>
    <p:extLst>
      <p:ext uri="{BB962C8B-B14F-4D97-AF65-F5344CB8AC3E}">
        <p14:creationId xmlns:p14="http://schemas.microsoft.com/office/powerpoint/2010/main" val="24059621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Wildcard Masks in ACLs</a:t>
            </a:r>
            <a:br>
              <a:rPr lang="en-US"/>
            </a:br>
            <a:r>
              <a:rPr lang="en-US" sz="2400"/>
              <a:t>Wildcard Mask Types</a:t>
            </a:r>
          </a:p>
        </p:txBody>
      </p:sp>
      <p:sp>
        <p:nvSpPr>
          <p:cNvPr id="4" name="Content Placeholder 3">
            <a:extLst>
              <a:ext uri="{FF2B5EF4-FFF2-40B4-BE49-F238E27FC236}">
                <a16:creationId xmlns:a16="http://schemas.microsoft.com/office/drawing/2014/main" id="{EB9C83DA-E6D1-CE42-8B70-F0CD0E5EF39E}"/>
              </a:ext>
            </a:extLst>
          </p:cNvPr>
          <p:cNvSpPr>
            <a:spLocks noGrp="1"/>
          </p:cNvSpPr>
          <p:nvPr>
            <p:ph idx="1"/>
          </p:nvPr>
        </p:nvSpPr>
        <p:spPr>
          <a:xfrm>
            <a:off x="474662" y="731838"/>
            <a:ext cx="8280057" cy="1815420"/>
          </a:xfrm>
        </p:spPr>
        <p:txBody>
          <a:bodyPr/>
          <a:lstStyle/>
          <a:p>
            <a:pPr marL="0" indent="0" algn="l"/>
            <a:r>
              <a:rPr lang="en-US" sz="1600" b="1" dirty="0">
                <a:solidFill>
                  <a:srgbClr val="000000"/>
                </a:solidFill>
              </a:rPr>
              <a:t>Wildcard to Match a Host:</a:t>
            </a:r>
            <a:r>
              <a:rPr lang="en-US" sz="1600" dirty="0">
                <a:solidFill>
                  <a:srgbClr val="000000"/>
                </a:solidFill>
              </a:rPr>
              <a:t> </a:t>
            </a:r>
          </a:p>
          <a:p>
            <a:pPr marL="342900" indent="-342900" algn="l">
              <a:buFont typeface="Arial" panose="020B0604020202020204" pitchFamily="34" charset="0"/>
              <a:buChar char="•"/>
            </a:pPr>
            <a:r>
              <a:rPr lang="en-US" sz="1600" dirty="0">
                <a:solidFill>
                  <a:srgbClr val="000000"/>
                </a:solidFill>
              </a:rPr>
              <a:t>Assume ACL 10 needs an ACE that only permits the host with IPv4 address 192.168.1.1. Recall that “0” equals a match and “1” equals ignore. To match a specific host IPv4 address, a wildcard mask consisting of all zeroes (i.e., 0.0.0.0) is required.</a:t>
            </a:r>
          </a:p>
          <a:p>
            <a:pPr marL="342900" indent="-342900" algn="l">
              <a:buFont typeface="Arial" panose="020B0604020202020204" pitchFamily="34" charset="0"/>
              <a:buChar char="•"/>
            </a:pPr>
            <a:r>
              <a:rPr lang="en-US" sz="1600" dirty="0">
                <a:solidFill>
                  <a:srgbClr val="000000"/>
                </a:solidFill>
              </a:rPr>
              <a:t>When the ACE is processed, the wildcard mask will permit only the 192.168.1.1 address. The resulting ACE in ACL 10 would be </a:t>
            </a:r>
          </a:p>
          <a:p>
            <a:pPr marL="342900" indent="-342900" algn="l">
              <a:buFont typeface="Arial" panose="020B0604020202020204" pitchFamily="34" charset="0"/>
              <a:buChar char="•"/>
            </a:pPr>
            <a:r>
              <a:rPr lang="en-US" sz="1600" b="1" dirty="0">
                <a:solidFill>
                  <a:srgbClr val="000000"/>
                </a:solidFill>
              </a:rPr>
              <a:t>access-list 10 permit 192.168.1.1 0.0.0.0  (can also be simplified) </a:t>
            </a:r>
          </a:p>
          <a:p>
            <a:pPr marL="342900" indent="-342900" algn="l">
              <a:buFont typeface="Arial" panose="020B0604020202020204" pitchFamily="34" charset="0"/>
              <a:buChar char="•"/>
            </a:pPr>
            <a:r>
              <a:rPr lang="en-US" sz="1600" b="1" dirty="0">
                <a:solidFill>
                  <a:srgbClr val="000000"/>
                </a:solidFill>
              </a:rPr>
              <a:t>access-list 10 permit host 192.168.1.1</a:t>
            </a:r>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graphicFrame>
        <p:nvGraphicFramePr>
          <p:cNvPr id="5" name="Table 4">
            <a:extLst>
              <a:ext uri="{FF2B5EF4-FFF2-40B4-BE49-F238E27FC236}">
                <a16:creationId xmlns:a16="http://schemas.microsoft.com/office/drawing/2014/main" id="{E5331AB4-66C2-584A-B146-D6F7F488BE1A}"/>
              </a:ext>
            </a:extLst>
          </p:cNvPr>
          <p:cNvGraphicFramePr>
            <a:graphicFrameLocks noGrp="1"/>
          </p:cNvGraphicFramePr>
          <p:nvPr>
            <p:extLst>
              <p:ext uri="{D42A27DB-BD31-4B8C-83A1-F6EECF244321}">
                <p14:modId xmlns:p14="http://schemas.microsoft.com/office/powerpoint/2010/main" val="3691960470"/>
              </p:ext>
            </p:extLst>
          </p:nvPr>
        </p:nvGraphicFramePr>
        <p:xfrm>
          <a:off x="636322" y="3058793"/>
          <a:ext cx="7871355" cy="1695450"/>
        </p:xfrm>
        <a:graphic>
          <a:graphicData uri="http://schemas.openxmlformats.org/drawingml/2006/table">
            <a:tbl>
              <a:tblPr firstRow="1" bandRow="1">
                <a:tableStyleId>{5C22544A-7EE6-4342-B048-85BDC9FD1C3A}</a:tableStyleId>
              </a:tblPr>
              <a:tblGrid>
                <a:gridCol w="1704624">
                  <a:extLst>
                    <a:ext uri="{9D8B030D-6E8A-4147-A177-3AD203B41FA5}">
                      <a16:colId xmlns:a16="http://schemas.microsoft.com/office/drawing/2014/main" val="2737826595"/>
                    </a:ext>
                  </a:extLst>
                </a:gridCol>
                <a:gridCol w="1399822">
                  <a:extLst>
                    <a:ext uri="{9D8B030D-6E8A-4147-A177-3AD203B41FA5}">
                      <a16:colId xmlns:a16="http://schemas.microsoft.com/office/drawing/2014/main" val="3491974834"/>
                    </a:ext>
                  </a:extLst>
                </a:gridCol>
                <a:gridCol w="4766909">
                  <a:extLst>
                    <a:ext uri="{9D8B030D-6E8A-4147-A177-3AD203B41FA5}">
                      <a16:colId xmlns:a16="http://schemas.microsoft.com/office/drawing/2014/main" val="2639978942"/>
                    </a:ext>
                  </a:extLst>
                </a:gridCol>
              </a:tblGrid>
              <a:tr h="370840">
                <a:tc>
                  <a:txBody>
                    <a:bodyPr/>
                    <a:lstStyle/>
                    <a:p>
                      <a:pPr algn="l" fontAlgn="ctr"/>
                      <a:endParaRPr lang="en-US" sz="1600">
                        <a:effectLst/>
                      </a:endParaRPr>
                    </a:p>
                  </a:txBody>
                  <a:tcPr marL="47625" marR="47625" marT="47625" marB="47625" anchor="ctr"/>
                </a:tc>
                <a:tc>
                  <a:txBody>
                    <a:bodyPr/>
                    <a:lstStyle/>
                    <a:p>
                      <a:pPr algn="l" fontAlgn="ctr"/>
                      <a:r>
                        <a:rPr lang="en-US" sz="1600" b="1">
                          <a:effectLst/>
                        </a:rPr>
                        <a:t>Decimal</a:t>
                      </a:r>
                      <a:endParaRPr lang="en-US" sz="1600">
                        <a:effectLst/>
                      </a:endParaRPr>
                    </a:p>
                  </a:txBody>
                  <a:tcPr marL="47625" marR="47625" marT="47625" marB="47625"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600" b="1" dirty="0">
                          <a:effectLst/>
                        </a:rPr>
                        <a:t>Binary</a:t>
                      </a:r>
                      <a:endParaRPr lang="en-US" sz="1600" dirty="0">
                        <a:effectLst/>
                      </a:endParaRPr>
                    </a:p>
                  </a:txBody>
                  <a:tcPr/>
                </a:tc>
                <a:extLst>
                  <a:ext uri="{0D108BD9-81ED-4DB2-BD59-A6C34878D82A}">
                    <a16:rowId xmlns:a16="http://schemas.microsoft.com/office/drawing/2014/main" val="1757022524"/>
                  </a:ext>
                </a:extLst>
              </a:tr>
              <a:tr h="370840">
                <a:tc>
                  <a:txBody>
                    <a:bodyPr/>
                    <a:lstStyle/>
                    <a:p>
                      <a:pPr algn="r" fontAlgn="ctr"/>
                      <a:r>
                        <a:rPr lang="en-US" sz="1600" b="0">
                          <a:effectLst/>
                        </a:rPr>
                        <a:t>IPv4 address</a:t>
                      </a:r>
                    </a:p>
                  </a:txBody>
                  <a:tcPr marL="47625" marR="47625" marT="47625" marB="47625" anchor="ctr"/>
                </a:tc>
                <a:tc>
                  <a:txBody>
                    <a:bodyPr/>
                    <a:lstStyle/>
                    <a:p>
                      <a:pPr algn="r" fontAlgn="ctr"/>
                      <a:r>
                        <a:rPr lang="en-US" sz="1600" b="0">
                          <a:effectLst/>
                        </a:rPr>
                        <a:t>192.168.1.1</a:t>
                      </a:r>
                    </a:p>
                  </a:txBody>
                  <a:tcPr marL="47625" marR="47625" marT="47625" marB="47625" anchor="ctr"/>
                </a:tc>
                <a:tc>
                  <a:txBody>
                    <a:bodyPr/>
                    <a:lstStyle/>
                    <a:p>
                      <a:pPr rtl="0" fontAlgn="ctr"/>
                      <a:r>
                        <a:rPr lang="en-US" sz="1600" b="1" i="0" dirty="0">
                          <a:effectLst/>
                          <a:latin typeface="Courier New" panose="02070309020205020404" pitchFamily="49" charset="0"/>
                          <a:cs typeface="Courier New" panose="02070309020205020404" pitchFamily="49" charset="0"/>
                        </a:rPr>
                        <a:t>11000000.10101000.00000001.00000001</a:t>
                      </a:r>
                    </a:p>
                  </a:txBody>
                  <a:tcPr marL="47625" marR="47625" marT="47625" marB="47625" anchor="ctr"/>
                </a:tc>
                <a:extLst>
                  <a:ext uri="{0D108BD9-81ED-4DB2-BD59-A6C34878D82A}">
                    <a16:rowId xmlns:a16="http://schemas.microsoft.com/office/drawing/2014/main" val="3441354930"/>
                  </a:ext>
                </a:extLst>
              </a:tr>
              <a:tr h="370840">
                <a:tc>
                  <a:txBody>
                    <a:bodyPr/>
                    <a:lstStyle/>
                    <a:p>
                      <a:pPr algn="r" fontAlgn="ctr"/>
                      <a:r>
                        <a:rPr lang="en-US" sz="1600" b="0">
                          <a:effectLst/>
                        </a:rPr>
                        <a:t>Wildcard Mask</a:t>
                      </a:r>
                    </a:p>
                  </a:txBody>
                  <a:tcPr marL="47625" marR="47625" marT="47625" marB="47625" anchor="ctr"/>
                </a:tc>
                <a:tc>
                  <a:txBody>
                    <a:bodyPr/>
                    <a:lstStyle/>
                    <a:p>
                      <a:pPr algn="r" fontAlgn="ctr"/>
                      <a:r>
                        <a:rPr lang="en-US" sz="1600" b="0">
                          <a:effectLst/>
                        </a:rPr>
                        <a:t>0.0.0.0</a:t>
                      </a:r>
                    </a:p>
                  </a:txBody>
                  <a:tcPr marL="47625" marR="47625" marT="47625" marB="47625" anchor="ctr"/>
                </a:tc>
                <a:tc>
                  <a:txBody>
                    <a:bodyPr/>
                    <a:lstStyle/>
                    <a:p>
                      <a:pPr rtl="0" fontAlgn="ctr"/>
                      <a:r>
                        <a:rPr lang="en-US" sz="1600" b="1" i="0">
                          <a:effectLst/>
                          <a:latin typeface="Courier New" panose="02070309020205020404" pitchFamily="49" charset="0"/>
                          <a:cs typeface="Courier New" panose="02070309020205020404" pitchFamily="49" charset="0"/>
                        </a:rPr>
                        <a:t>00000000.00000000.00000000.00000000</a:t>
                      </a:r>
                    </a:p>
                  </a:txBody>
                  <a:tcPr marL="47625" marR="47625" marT="47625" marB="47625" anchor="ctr"/>
                </a:tc>
                <a:extLst>
                  <a:ext uri="{0D108BD9-81ED-4DB2-BD59-A6C34878D82A}">
                    <a16:rowId xmlns:a16="http://schemas.microsoft.com/office/drawing/2014/main" val="2430653552"/>
                  </a:ext>
                </a:extLst>
              </a:tr>
              <a:tr h="370840">
                <a:tc>
                  <a:txBody>
                    <a:bodyPr/>
                    <a:lstStyle/>
                    <a:p>
                      <a:pPr algn="r" fontAlgn="ctr"/>
                      <a:r>
                        <a:rPr lang="en-US" sz="1600" b="1">
                          <a:effectLst/>
                        </a:rPr>
                        <a:t>Permitted IPv4 Address</a:t>
                      </a:r>
                      <a:endParaRPr lang="en-US" sz="1600" b="0">
                        <a:effectLst/>
                      </a:endParaRPr>
                    </a:p>
                  </a:txBody>
                  <a:tcPr marL="47625" marR="47625" marT="47625" marB="47625" anchor="ctr"/>
                </a:tc>
                <a:tc>
                  <a:txBody>
                    <a:bodyPr/>
                    <a:lstStyle/>
                    <a:p>
                      <a:pPr algn="r" fontAlgn="ctr"/>
                      <a:r>
                        <a:rPr lang="en-US" sz="1600" b="1">
                          <a:effectLst/>
                        </a:rPr>
                        <a:t>192.168.1.1</a:t>
                      </a:r>
                      <a:endParaRPr lang="en-US" sz="1600" b="0">
                        <a:effectLst/>
                      </a:endParaRPr>
                    </a:p>
                  </a:txBody>
                  <a:tcPr marL="47625" marR="47625" marT="47625" marB="47625" anchor="ctr"/>
                </a:tc>
                <a:tc>
                  <a:txBody>
                    <a:bodyPr/>
                    <a:lstStyle/>
                    <a:p>
                      <a:pPr fontAlgn="ctr"/>
                      <a:r>
                        <a:rPr lang="en-US" sz="1600" b="1" i="0" dirty="0">
                          <a:effectLst/>
                          <a:latin typeface="Courier New" panose="02070309020205020404" pitchFamily="49" charset="0"/>
                          <a:cs typeface="Courier New" panose="02070309020205020404" pitchFamily="49" charset="0"/>
                        </a:rPr>
                        <a:t>11000000.10101000.00000001.00000001</a:t>
                      </a:r>
                    </a:p>
                  </a:txBody>
                  <a:tcPr marL="47625" marR="47625" marT="47625" marB="47625" anchor="ctr"/>
                </a:tc>
                <a:extLst>
                  <a:ext uri="{0D108BD9-81ED-4DB2-BD59-A6C34878D82A}">
                    <a16:rowId xmlns:a16="http://schemas.microsoft.com/office/drawing/2014/main" val="3280393938"/>
                  </a:ext>
                </a:extLst>
              </a:tr>
            </a:tbl>
          </a:graphicData>
        </a:graphic>
      </p:graphicFrame>
    </p:spTree>
    <p:custDataLst>
      <p:tags r:id="rId1"/>
    </p:custDataLst>
    <p:extLst>
      <p:ext uri="{BB962C8B-B14F-4D97-AF65-F5344CB8AC3E}">
        <p14:creationId xmlns:p14="http://schemas.microsoft.com/office/powerpoint/2010/main" val="36016007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Wildcard Masks in ACLs</a:t>
            </a:r>
            <a:br>
              <a:rPr lang="en-US"/>
            </a:br>
            <a:r>
              <a:rPr lang="en-US" sz="2400"/>
              <a:t>Wildcard Mask Types (Cont.)</a:t>
            </a:r>
          </a:p>
        </p:txBody>
      </p:sp>
      <p:sp>
        <p:nvSpPr>
          <p:cNvPr id="6" name="Content Placeholder 5">
            <a:extLst>
              <a:ext uri="{FF2B5EF4-FFF2-40B4-BE49-F238E27FC236}">
                <a16:creationId xmlns:a16="http://schemas.microsoft.com/office/drawing/2014/main" id="{EE083216-2A47-8145-8DCA-804C1D5363C8}"/>
              </a:ext>
            </a:extLst>
          </p:cNvPr>
          <p:cNvSpPr>
            <a:spLocks noGrp="1"/>
          </p:cNvSpPr>
          <p:nvPr>
            <p:ph idx="1"/>
          </p:nvPr>
        </p:nvSpPr>
        <p:spPr>
          <a:xfrm>
            <a:off x="474662" y="731838"/>
            <a:ext cx="8280057" cy="1880734"/>
          </a:xfrm>
        </p:spPr>
        <p:txBody>
          <a:bodyPr/>
          <a:lstStyle/>
          <a:p>
            <a:pPr marL="0" indent="0" algn="l"/>
            <a:r>
              <a:rPr lang="en-US" sz="1600" b="1" dirty="0">
                <a:solidFill>
                  <a:srgbClr val="000000"/>
                </a:solidFill>
              </a:rPr>
              <a:t>Wildcard Mask to Match an IPv4 Subnet</a:t>
            </a:r>
            <a:endParaRPr lang="en-US" sz="1600" dirty="0">
              <a:solidFill>
                <a:srgbClr val="000000"/>
              </a:solidFill>
            </a:endParaRPr>
          </a:p>
          <a:p>
            <a:pPr marL="342900" indent="-342900" algn="l">
              <a:buFont typeface="Arial" panose="020B0604020202020204" pitchFamily="34" charset="0"/>
              <a:buChar char="•"/>
            </a:pPr>
            <a:r>
              <a:rPr lang="en-US" sz="1600" dirty="0">
                <a:solidFill>
                  <a:srgbClr val="000000"/>
                </a:solidFill>
              </a:rPr>
              <a:t>ACL 10 needs an ACE that permits all hosts in the 192.168.1.0/24 network. The wildcard mask 0.0.0.255 stipulates that the very first three octets must match exactly but the fourth octet does not.</a:t>
            </a:r>
          </a:p>
          <a:p>
            <a:pPr marL="342900" indent="-342900" algn="l">
              <a:buFont typeface="Arial" panose="020B0604020202020204" pitchFamily="34" charset="0"/>
              <a:buChar char="•"/>
            </a:pPr>
            <a:r>
              <a:rPr lang="en-US" sz="1600" dirty="0">
                <a:solidFill>
                  <a:srgbClr val="000000"/>
                </a:solidFill>
              </a:rPr>
              <a:t>When processed, the wildcard mask 0.0.0.255 permits all hosts in the 192.168.1.0/24 network. The resulting ACE in ACL 10 would be </a:t>
            </a:r>
          </a:p>
          <a:p>
            <a:pPr marL="342900" indent="-342900" algn="l">
              <a:buFont typeface="Arial" panose="020B0604020202020204" pitchFamily="34" charset="0"/>
              <a:buChar char="•"/>
            </a:pPr>
            <a:r>
              <a:rPr lang="en-US" sz="1600" b="1" dirty="0">
                <a:solidFill>
                  <a:srgbClr val="000000"/>
                </a:solidFill>
              </a:rPr>
              <a:t>access-list 10 permit 192.168.1.0 0.0.0.255.</a:t>
            </a:r>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graphicFrame>
        <p:nvGraphicFramePr>
          <p:cNvPr id="5" name="Table 4">
            <a:extLst>
              <a:ext uri="{FF2B5EF4-FFF2-40B4-BE49-F238E27FC236}">
                <a16:creationId xmlns:a16="http://schemas.microsoft.com/office/drawing/2014/main" id="{E5331AB4-66C2-584A-B146-D6F7F488BE1A}"/>
              </a:ext>
            </a:extLst>
          </p:cNvPr>
          <p:cNvGraphicFramePr>
            <a:graphicFrameLocks noGrp="1"/>
          </p:cNvGraphicFramePr>
          <p:nvPr>
            <p:extLst>
              <p:ext uri="{D42A27DB-BD31-4B8C-83A1-F6EECF244321}">
                <p14:modId xmlns:p14="http://schemas.microsoft.com/office/powerpoint/2010/main" val="198830273"/>
              </p:ext>
            </p:extLst>
          </p:nvPr>
        </p:nvGraphicFramePr>
        <p:xfrm>
          <a:off x="679012" y="2726284"/>
          <a:ext cx="7871355" cy="1695450"/>
        </p:xfrm>
        <a:graphic>
          <a:graphicData uri="http://schemas.openxmlformats.org/drawingml/2006/table">
            <a:tbl>
              <a:tblPr firstRow="1" bandRow="1">
                <a:tableStyleId>{5C22544A-7EE6-4342-B048-85BDC9FD1C3A}</a:tableStyleId>
              </a:tblPr>
              <a:tblGrid>
                <a:gridCol w="1704624">
                  <a:extLst>
                    <a:ext uri="{9D8B030D-6E8A-4147-A177-3AD203B41FA5}">
                      <a16:colId xmlns:a16="http://schemas.microsoft.com/office/drawing/2014/main" val="2737826595"/>
                    </a:ext>
                  </a:extLst>
                </a:gridCol>
                <a:gridCol w="1738487">
                  <a:extLst>
                    <a:ext uri="{9D8B030D-6E8A-4147-A177-3AD203B41FA5}">
                      <a16:colId xmlns:a16="http://schemas.microsoft.com/office/drawing/2014/main" val="3491974834"/>
                    </a:ext>
                  </a:extLst>
                </a:gridCol>
                <a:gridCol w="4428244">
                  <a:extLst>
                    <a:ext uri="{9D8B030D-6E8A-4147-A177-3AD203B41FA5}">
                      <a16:colId xmlns:a16="http://schemas.microsoft.com/office/drawing/2014/main" val="2639978942"/>
                    </a:ext>
                  </a:extLst>
                </a:gridCol>
              </a:tblGrid>
              <a:tr h="370840">
                <a:tc>
                  <a:txBody>
                    <a:bodyPr/>
                    <a:lstStyle/>
                    <a:p>
                      <a:pPr algn="l" fontAlgn="ctr"/>
                      <a:endParaRPr lang="en-US" sz="1600">
                        <a:effectLst/>
                      </a:endParaRPr>
                    </a:p>
                  </a:txBody>
                  <a:tcPr marL="47625" marR="47625" marT="47625" marB="47625" anchor="ctr"/>
                </a:tc>
                <a:tc>
                  <a:txBody>
                    <a:bodyPr/>
                    <a:lstStyle/>
                    <a:p>
                      <a:pPr algn="l" fontAlgn="ctr"/>
                      <a:r>
                        <a:rPr lang="en-US" sz="1600" b="1">
                          <a:effectLst/>
                        </a:rPr>
                        <a:t>Decimal</a:t>
                      </a:r>
                      <a:endParaRPr lang="en-US" sz="1600">
                        <a:effectLst/>
                      </a:endParaRPr>
                    </a:p>
                  </a:txBody>
                  <a:tcPr marL="47625" marR="47625" marT="47625" marB="47625"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600" b="1">
                          <a:effectLst/>
                        </a:rPr>
                        <a:t>Binary</a:t>
                      </a:r>
                      <a:endParaRPr lang="en-US" sz="1600">
                        <a:effectLst/>
                      </a:endParaRPr>
                    </a:p>
                  </a:txBody>
                  <a:tcPr/>
                </a:tc>
                <a:extLst>
                  <a:ext uri="{0D108BD9-81ED-4DB2-BD59-A6C34878D82A}">
                    <a16:rowId xmlns:a16="http://schemas.microsoft.com/office/drawing/2014/main" val="1757022524"/>
                  </a:ext>
                </a:extLst>
              </a:tr>
              <a:tr h="370840">
                <a:tc>
                  <a:txBody>
                    <a:bodyPr/>
                    <a:lstStyle/>
                    <a:p>
                      <a:pPr algn="r" fontAlgn="ctr"/>
                      <a:r>
                        <a:rPr lang="en-US" sz="1600" b="0">
                          <a:effectLst/>
                        </a:rPr>
                        <a:t>IPv4 address</a:t>
                      </a:r>
                    </a:p>
                  </a:txBody>
                  <a:tcPr marL="47625" marR="47625" marT="47625" marB="47625" anchor="ctr"/>
                </a:tc>
                <a:tc>
                  <a:txBody>
                    <a:bodyPr/>
                    <a:lstStyle/>
                    <a:p>
                      <a:pPr algn="r" fontAlgn="ctr"/>
                      <a:r>
                        <a:rPr lang="en-US" sz="1600" b="0">
                          <a:effectLst/>
                        </a:rPr>
                        <a:t>192.168.1.1</a:t>
                      </a:r>
                    </a:p>
                  </a:txBody>
                  <a:tcPr marL="47625" marR="47625" marT="47625" marB="47625" anchor="ctr"/>
                </a:tc>
                <a:tc>
                  <a:txBody>
                    <a:bodyPr/>
                    <a:lstStyle/>
                    <a:p>
                      <a:pPr rtl="0" fontAlgn="ctr"/>
                      <a:r>
                        <a:rPr lang="en-US" sz="1600" b="1" i="0">
                          <a:effectLst/>
                          <a:latin typeface="Courier New" panose="02070309020205020404" pitchFamily="49" charset="0"/>
                          <a:cs typeface="Courier New" panose="02070309020205020404" pitchFamily="49" charset="0"/>
                        </a:rPr>
                        <a:t>11000000.10101000.00000001.00000001</a:t>
                      </a:r>
                    </a:p>
                  </a:txBody>
                  <a:tcPr marL="47625" marR="47625" marT="47625" marB="47625" anchor="ctr"/>
                </a:tc>
                <a:extLst>
                  <a:ext uri="{0D108BD9-81ED-4DB2-BD59-A6C34878D82A}">
                    <a16:rowId xmlns:a16="http://schemas.microsoft.com/office/drawing/2014/main" val="3441354930"/>
                  </a:ext>
                </a:extLst>
              </a:tr>
              <a:tr h="370840">
                <a:tc>
                  <a:txBody>
                    <a:bodyPr/>
                    <a:lstStyle/>
                    <a:p>
                      <a:pPr algn="r" fontAlgn="ctr"/>
                      <a:r>
                        <a:rPr lang="en-US" sz="1600" b="0">
                          <a:effectLst/>
                        </a:rPr>
                        <a:t>Wildcard Mask</a:t>
                      </a:r>
                    </a:p>
                  </a:txBody>
                  <a:tcPr marL="47625" marR="47625" marT="47625" marB="47625" anchor="ctr"/>
                </a:tc>
                <a:tc>
                  <a:txBody>
                    <a:bodyPr/>
                    <a:lstStyle/>
                    <a:p>
                      <a:pPr algn="r" fontAlgn="ctr"/>
                      <a:r>
                        <a:rPr lang="en-US" sz="1600" b="0">
                          <a:effectLst/>
                        </a:rPr>
                        <a:t>0.0.0.255</a:t>
                      </a:r>
                    </a:p>
                  </a:txBody>
                  <a:tcPr marL="47625" marR="47625" marT="47625" marB="47625" anchor="ctr"/>
                </a:tc>
                <a:tc>
                  <a:txBody>
                    <a:bodyPr/>
                    <a:lstStyle/>
                    <a:p>
                      <a:pPr rtl="0" fontAlgn="ctr"/>
                      <a:r>
                        <a:rPr lang="en-US" sz="1600" b="1" i="0">
                          <a:effectLst/>
                          <a:latin typeface="Courier New" panose="02070309020205020404" pitchFamily="49" charset="0"/>
                          <a:cs typeface="Courier New" panose="02070309020205020404" pitchFamily="49" charset="0"/>
                        </a:rPr>
                        <a:t>00000000.00000000.00000000.11111111</a:t>
                      </a:r>
                    </a:p>
                  </a:txBody>
                  <a:tcPr marL="47625" marR="47625" marT="47625" marB="47625" anchor="ctr"/>
                </a:tc>
                <a:extLst>
                  <a:ext uri="{0D108BD9-81ED-4DB2-BD59-A6C34878D82A}">
                    <a16:rowId xmlns:a16="http://schemas.microsoft.com/office/drawing/2014/main" val="2430653552"/>
                  </a:ext>
                </a:extLst>
              </a:tr>
              <a:tr h="370840">
                <a:tc>
                  <a:txBody>
                    <a:bodyPr/>
                    <a:lstStyle/>
                    <a:p>
                      <a:pPr algn="r" fontAlgn="ctr"/>
                      <a:r>
                        <a:rPr lang="en-US" sz="1600" b="1">
                          <a:effectLst/>
                        </a:rPr>
                        <a:t>Permitted IPv4 Address</a:t>
                      </a:r>
                      <a:endParaRPr lang="en-US" sz="1600" b="0">
                        <a:effectLst/>
                      </a:endParaRPr>
                    </a:p>
                  </a:txBody>
                  <a:tcPr marL="47625" marR="47625" marT="47625" marB="47625" anchor="ctr"/>
                </a:tc>
                <a:tc>
                  <a:txBody>
                    <a:bodyPr/>
                    <a:lstStyle/>
                    <a:p>
                      <a:pPr algn="r" fontAlgn="ctr"/>
                      <a:r>
                        <a:rPr lang="en-US" sz="1600" b="1">
                          <a:effectLst/>
                        </a:rPr>
                        <a:t>192.168.1.0/24</a:t>
                      </a:r>
                      <a:endParaRPr lang="en-US" sz="1600" b="0">
                        <a:effectLst/>
                      </a:endParaRPr>
                    </a:p>
                  </a:txBody>
                  <a:tcPr marL="47625" marR="47625" marT="47625" marB="47625" anchor="ctr"/>
                </a:tc>
                <a:tc>
                  <a:txBody>
                    <a:bodyPr/>
                    <a:lstStyle/>
                    <a:p>
                      <a:pPr fontAlgn="ctr"/>
                      <a:r>
                        <a:rPr lang="en-US" sz="1600" b="1" i="0">
                          <a:effectLst/>
                          <a:latin typeface="Courier New" panose="02070309020205020404" pitchFamily="49" charset="0"/>
                          <a:cs typeface="Courier New" panose="02070309020205020404" pitchFamily="49" charset="0"/>
                        </a:rPr>
                        <a:t>11000000.10101000.00000001.00000000</a:t>
                      </a:r>
                    </a:p>
                  </a:txBody>
                  <a:tcPr marL="47625" marR="47625" marT="47625" marB="47625" anchor="ctr"/>
                </a:tc>
                <a:extLst>
                  <a:ext uri="{0D108BD9-81ED-4DB2-BD59-A6C34878D82A}">
                    <a16:rowId xmlns:a16="http://schemas.microsoft.com/office/drawing/2014/main" val="3280393938"/>
                  </a:ext>
                </a:extLst>
              </a:tr>
            </a:tbl>
          </a:graphicData>
        </a:graphic>
      </p:graphicFrame>
    </p:spTree>
    <p:custDataLst>
      <p:tags r:id="rId1"/>
    </p:custDataLst>
    <p:extLst>
      <p:ext uri="{BB962C8B-B14F-4D97-AF65-F5344CB8AC3E}">
        <p14:creationId xmlns:p14="http://schemas.microsoft.com/office/powerpoint/2010/main" val="24504677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Wildcard Masks in ACLs</a:t>
            </a:r>
            <a:br>
              <a:rPr lang="en-US"/>
            </a:br>
            <a:r>
              <a:rPr lang="en-US" sz="2400"/>
              <a:t>Wildcard Mask Types (Cont.)</a:t>
            </a:r>
          </a:p>
        </p:txBody>
      </p:sp>
      <p:sp>
        <p:nvSpPr>
          <p:cNvPr id="4" name="Content Placeholder 3">
            <a:extLst>
              <a:ext uri="{FF2B5EF4-FFF2-40B4-BE49-F238E27FC236}">
                <a16:creationId xmlns:a16="http://schemas.microsoft.com/office/drawing/2014/main" id="{4FC7C9F3-E666-F843-A015-9281B570499F}"/>
              </a:ext>
            </a:extLst>
          </p:cNvPr>
          <p:cNvSpPr>
            <a:spLocks noGrp="1"/>
          </p:cNvSpPr>
          <p:nvPr>
            <p:ph idx="1"/>
          </p:nvPr>
        </p:nvSpPr>
        <p:spPr>
          <a:xfrm>
            <a:off x="474662" y="731837"/>
            <a:ext cx="8280057" cy="1721077"/>
          </a:xfrm>
        </p:spPr>
        <p:txBody>
          <a:bodyPr/>
          <a:lstStyle/>
          <a:p>
            <a:pPr marL="0" indent="0" algn="l"/>
            <a:r>
              <a:rPr lang="en-US" sz="1600" b="1">
                <a:solidFill>
                  <a:srgbClr val="000000"/>
                </a:solidFill>
              </a:rPr>
              <a:t>Wildcard Mask to Match an IPv4 Address Range</a:t>
            </a:r>
            <a:endParaRPr lang="en-US" sz="1600">
              <a:solidFill>
                <a:srgbClr val="000000"/>
              </a:solidFill>
            </a:endParaRPr>
          </a:p>
          <a:p>
            <a:pPr marL="342900" indent="-342900" algn="l">
              <a:buFont typeface="Arial" panose="020B0604020202020204" pitchFamily="34" charset="0"/>
              <a:buChar char="•"/>
            </a:pPr>
            <a:r>
              <a:rPr lang="en-US" sz="1600">
                <a:solidFill>
                  <a:srgbClr val="000000"/>
                </a:solidFill>
              </a:rPr>
              <a:t>ACL 10 needs an ACE that permits all hosts in the 192.168.16.0/24, 192.168.17.0/24, …, 192.168.31.0/24 networks. </a:t>
            </a:r>
          </a:p>
          <a:p>
            <a:pPr marL="342900" indent="-342900" algn="l">
              <a:buFont typeface="Arial" panose="020B0604020202020204" pitchFamily="34" charset="0"/>
              <a:buChar char="•"/>
            </a:pPr>
            <a:r>
              <a:rPr lang="en-US" sz="1600">
                <a:solidFill>
                  <a:srgbClr val="000000"/>
                </a:solidFill>
              </a:rPr>
              <a:t>When processed, the wildcard mask 0.0.15.255 permits all hosts in the 192.168.16.0/24 to 192.168.31.0/24 networks. The resulting ACE in ACL 10 would be </a:t>
            </a:r>
            <a:r>
              <a:rPr lang="en-US" sz="1600" b="1">
                <a:solidFill>
                  <a:srgbClr val="000000"/>
                </a:solidFill>
              </a:rPr>
              <a:t>access-list 10 permit 192.168.16.0 0.0.15.255.</a:t>
            </a:r>
            <a:endParaRPr lang="en-US" sz="1600">
              <a:solidFill>
                <a:srgbClr val="000000"/>
              </a:solidFill>
            </a:endParaRPr>
          </a:p>
          <a:p>
            <a:pPr marL="342900" indent="-342900" algn="l">
              <a:buFont typeface="Arial" panose="020B0604020202020204" pitchFamily="34" charset="0"/>
              <a:buChar char="•"/>
            </a:pPr>
            <a:endParaRPr lang="en-US" sz="1600">
              <a:solidFill>
                <a:srgbClr val="000000"/>
              </a:solidFill>
            </a:endParaRPr>
          </a:p>
        </p:txBody>
      </p:sp>
      <p:graphicFrame>
        <p:nvGraphicFramePr>
          <p:cNvPr id="5" name="Table 4">
            <a:extLst>
              <a:ext uri="{FF2B5EF4-FFF2-40B4-BE49-F238E27FC236}">
                <a16:creationId xmlns:a16="http://schemas.microsoft.com/office/drawing/2014/main" id="{E5331AB4-66C2-584A-B146-D6F7F488BE1A}"/>
              </a:ext>
            </a:extLst>
          </p:cNvPr>
          <p:cNvGraphicFramePr>
            <a:graphicFrameLocks noGrp="1"/>
          </p:cNvGraphicFramePr>
          <p:nvPr>
            <p:extLst>
              <p:ext uri="{D42A27DB-BD31-4B8C-83A1-F6EECF244321}">
                <p14:modId xmlns:p14="http://schemas.microsoft.com/office/powerpoint/2010/main" val="969648123"/>
              </p:ext>
            </p:extLst>
          </p:nvPr>
        </p:nvGraphicFramePr>
        <p:xfrm>
          <a:off x="636322" y="2573884"/>
          <a:ext cx="7871355" cy="1847850"/>
        </p:xfrm>
        <a:graphic>
          <a:graphicData uri="http://schemas.openxmlformats.org/drawingml/2006/table">
            <a:tbl>
              <a:tblPr firstRow="1" bandRow="1">
                <a:tableStyleId>{5C22544A-7EE6-4342-B048-85BDC9FD1C3A}</a:tableStyleId>
              </a:tblPr>
              <a:tblGrid>
                <a:gridCol w="1704624">
                  <a:extLst>
                    <a:ext uri="{9D8B030D-6E8A-4147-A177-3AD203B41FA5}">
                      <a16:colId xmlns:a16="http://schemas.microsoft.com/office/drawing/2014/main" val="2737826595"/>
                    </a:ext>
                  </a:extLst>
                </a:gridCol>
                <a:gridCol w="1738487">
                  <a:extLst>
                    <a:ext uri="{9D8B030D-6E8A-4147-A177-3AD203B41FA5}">
                      <a16:colId xmlns:a16="http://schemas.microsoft.com/office/drawing/2014/main" val="3491974834"/>
                    </a:ext>
                  </a:extLst>
                </a:gridCol>
                <a:gridCol w="4428244">
                  <a:extLst>
                    <a:ext uri="{9D8B030D-6E8A-4147-A177-3AD203B41FA5}">
                      <a16:colId xmlns:a16="http://schemas.microsoft.com/office/drawing/2014/main" val="2639978942"/>
                    </a:ext>
                  </a:extLst>
                </a:gridCol>
              </a:tblGrid>
              <a:tr h="370840">
                <a:tc>
                  <a:txBody>
                    <a:bodyPr/>
                    <a:lstStyle/>
                    <a:p>
                      <a:pPr algn="l" fontAlgn="ctr"/>
                      <a:endParaRPr lang="en-US" sz="1600">
                        <a:effectLst/>
                      </a:endParaRPr>
                    </a:p>
                  </a:txBody>
                  <a:tcPr marL="47625" marR="47625" marT="47625" marB="47625" anchor="ctr"/>
                </a:tc>
                <a:tc>
                  <a:txBody>
                    <a:bodyPr/>
                    <a:lstStyle/>
                    <a:p>
                      <a:pPr algn="l" fontAlgn="ctr"/>
                      <a:r>
                        <a:rPr lang="en-US" sz="1600" b="1">
                          <a:effectLst/>
                        </a:rPr>
                        <a:t>Decimal</a:t>
                      </a:r>
                      <a:endParaRPr lang="en-US" sz="1600">
                        <a:effectLst/>
                      </a:endParaRPr>
                    </a:p>
                  </a:txBody>
                  <a:tcPr marL="47625" marR="47625" marT="47625" marB="47625"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600" b="1">
                          <a:effectLst/>
                        </a:rPr>
                        <a:t>Binary</a:t>
                      </a:r>
                      <a:endParaRPr lang="en-US" sz="1600">
                        <a:effectLst/>
                      </a:endParaRPr>
                    </a:p>
                  </a:txBody>
                  <a:tcPr/>
                </a:tc>
                <a:extLst>
                  <a:ext uri="{0D108BD9-81ED-4DB2-BD59-A6C34878D82A}">
                    <a16:rowId xmlns:a16="http://schemas.microsoft.com/office/drawing/2014/main" val="1757022524"/>
                  </a:ext>
                </a:extLst>
              </a:tr>
              <a:tr h="370840">
                <a:tc>
                  <a:txBody>
                    <a:bodyPr/>
                    <a:lstStyle/>
                    <a:p>
                      <a:pPr algn="r" fontAlgn="ctr"/>
                      <a:r>
                        <a:rPr lang="en-US" b="0">
                          <a:effectLst/>
                        </a:rPr>
                        <a:t>IPv4 address</a:t>
                      </a:r>
                    </a:p>
                  </a:txBody>
                  <a:tcPr marL="47625" marR="47625" marT="47625" marB="47625" anchor="ctr"/>
                </a:tc>
                <a:tc>
                  <a:txBody>
                    <a:bodyPr/>
                    <a:lstStyle/>
                    <a:p>
                      <a:pPr algn="r" fontAlgn="ctr"/>
                      <a:r>
                        <a:rPr lang="en-US" b="0">
                          <a:effectLst/>
                        </a:rPr>
                        <a:t>192.168.16.0</a:t>
                      </a:r>
                    </a:p>
                  </a:txBody>
                  <a:tcPr marL="47625" marR="47625" marT="47625" marB="47625" anchor="ctr"/>
                </a:tc>
                <a:tc>
                  <a:txBody>
                    <a:bodyPr/>
                    <a:lstStyle/>
                    <a:p>
                      <a:pPr rtl="0" fontAlgn="ctr"/>
                      <a:r>
                        <a:rPr lang="en-US" b="1" i="0">
                          <a:effectLst/>
                          <a:latin typeface="Courier New" panose="02070309020205020404" pitchFamily="49" charset="0"/>
                          <a:cs typeface="Courier New" panose="02070309020205020404" pitchFamily="49" charset="0"/>
                        </a:rPr>
                        <a:t>11000000.10101000.00010000.00000000</a:t>
                      </a:r>
                    </a:p>
                  </a:txBody>
                  <a:tcPr marL="47625" marR="47625" marT="47625" marB="47625" anchor="ctr"/>
                </a:tc>
                <a:extLst>
                  <a:ext uri="{0D108BD9-81ED-4DB2-BD59-A6C34878D82A}">
                    <a16:rowId xmlns:a16="http://schemas.microsoft.com/office/drawing/2014/main" val="3441354930"/>
                  </a:ext>
                </a:extLst>
              </a:tr>
              <a:tr h="370840">
                <a:tc>
                  <a:txBody>
                    <a:bodyPr/>
                    <a:lstStyle/>
                    <a:p>
                      <a:pPr algn="r" fontAlgn="ctr"/>
                      <a:r>
                        <a:rPr lang="en-US" b="0">
                          <a:effectLst/>
                        </a:rPr>
                        <a:t>Wildcard Mask</a:t>
                      </a:r>
                    </a:p>
                  </a:txBody>
                  <a:tcPr marL="47625" marR="47625" marT="47625" marB="47625" anchor="ctr"/>
                </a:tc>
                <a:tc>
                  <a:txBody>
                    <a:bodyPr/>
                    <a:lstStyle/>
                    <a:p>
                      <a:pPr algn="r" fontAlgn="ctr"/>
                      <a:r>
                        <a:rPr lang="en-US" b="0">
                          <a:effectLst/>
                        </a:rPr>
                        <a:t>0.0.15.255</a:t>
                      </a:r>
                    </a:p>
                  </a:txBody>
                  <a:tcPr marL="47625" marR="47625" marT="47625" marB="47625" anchor="ctr"/>
                </a:tc>
                <a:tc>
                  <a:txBody>
                    <a:bodyPr/>
                    <a:lstStyle/>
                    <a:p>
                      <a:pPr rtl="0" fontAlgn="ctr"/>
                      <a:r>
                        <a:rPr lang="en-US" b="1" i="0">
                          <a:effectLst/>
                          <a:latin typeface="Courier New" panose="02070309020205020404" pitchFamily="49" charset="0"/>
                          <a:cs typeface="Courier New" panose="02070309020205020404" pitchFamily="49" charset="0"/>
                        </a:rPr>
                        <a:t>00000000.00000000.00001111.11111111</a:t>
                      </a:r>
                    </a:p>
                  </a:txBody>
                  <a:tcPr marL="47625" marR="47625" marT="47625" marB="47625" anchor="ctr"/>
                </a:tc>
                <a:extLst>
                  <a:ext uri="{0D108BD9-81ED-4DB2-BD59-A6C34878D82A}">
                    <a16:rowId xmlns:a16="http://schemas.microsoft.com/office/drawing/2014/main" val="2430653552"/>
                  </a:ext>
                </a:extLst>
              </a:tr>
              <a:tr h="370840">
                <a:tc>
                  <a:txBody>
                    <a:bodyPr/>
                    <a:lstStyle/>
                    <a:p>
                      <a:pPr algn="r" fontAlgn="ctr"/>
                      <a:r>
                        <a:rPr lang="en-US" b="1">
                          <a:effectLst/>
                        </a:rPr>
                        <a:t>Permitted IPv4 Address</a:t>
                      </a:r>
                      <a:endParaRPr lang="en-US" b="0">
                        <a:effectLst/>
                      </a:endParaRPr>
                    </a:p>
                  </a:txBody>
                  <a:tcPr marL="47625" marR="47625" marT="47625" marB="47625" anchor="ctr"/>
                </a:tc>
                <a:tc>
                  <a:txBody>
                    <a:bodyPr/>
                    <a:lstStyle/>
                    <a:p>
                      <a:pPr algn="r" fontAlgn="ctr"/>
                      <a:r>
                        <a:rPr lang="en-US" b="1">
                          <a:effectLst/>
                        </a:rPr>
                        <a:t>192.168.16.0/24</a:t>
                      </a:r>
                      <a:br>
                        <a:rPr lang="en-US" b="1">
                          <a:effectLst/>
                        </a:rPr>
                      </a:br>
                      <a:r>
                        <a:rPr lang="en-US" b="1">
                          <a:effectLst/>
                        </a:rPr>
                        <a:t>to</a:t>
                      </a:r>
                      <a:br>
                        <a:rPr lang="en-US" b="1">
                          <a:effectLst/>
                        </a:rPr>
                      </a:br>
                      <a:r>
                        <a:rPr lang="en-US" b="1">
                          <a:effectLst/>
                        </a:rPr>
                        <a:t>192.168.31.0/24</a:t>
                      </a:r>
                      <a:endParaRPr lang="en-US" b="0">
                        <a:effectLst/>
                      </a:endParaRPr>
                    </a:p>
                  </a:txBody>
                  <a:tcPr marL="47625" marR="47625" marT="47625" marB="47625" anchor="ctr"/>
                </a:tc>
                <a:tc>
                  <a:txBody>
                    <a:bodyPr/>
                    <a:lstStyle/>
                    <a:p>
                      <a:pPr fontAlgn="ctr"/>
                      <a:r>
                        <a:rPr lang="en-US" b="1" i="0">
                          <a:effectLst/>
                          <a:latin typeface="Courier New" panose="02070309020205020404" pitchFamily="49" charset="0"/>
                          <a:cs typeface="Courier New" panose="02070309020205020404" pitchFamily="49" charset="0"/>
                        </a:rPr>
                        <a:t>11000000.10101000.0001</a:t>
                      </a:r>
                      <a:r>
                        <a:rPr lang="en-US" b="1" i="0">
                          <a:effectLst/>
                          <a:highlight>
                            <a:srgbClr val="FFFF00"/>
                          </a:highlight>
                          <a:latin typeface="Courier New" panose="02070309020205020404" pitchFamily="49" charset="0"/>
                          <a:cs typeface="Courier New" panose="02070309020205020404" pitchFamily="49" charset="0"/>
                        </a:rPr>
                        <a:t>0000.00000000</a:t>
                      </a:r>
                      <a:r>
                        <a:rPr lang="en-US" b="1" i="0">
                          <a:effectLst/>
                          <a:latin typeface="Courier New" panose="02070309020205020404" pitchFamily="49" charset="0"/>
                          <a:cs typeface="Courier New" panose="02070309020205020404" pitchFamily="49" charset="0"/>
                        </a:rPr>
                        <a:t> </a:t>
                      </a:r>
                      <a:br>
                        <a:rPr lang="en-US" b="1" i="0">
                          <a:effectLst/>
                          <a:latin typeface="Courier New" panose="02070309020205020404" pitchFamily="49" charset="0"/>
                          <a:cs typeface="Courier New" panose="02070309020205020404" pitchFamily="49" charset="0"/>
                        </a:rPr>
                      </a:br>
                      <a:br>
                        <a:rPr lang="en-US" b="1" i="0">
                          <a:effectLst/>
                          <a:latin typeface="Courier New" panose="02070309020205020404" pitchFamily="49" charset="0"/>
                          <a:cs typeface="Courier New" panose="02070309020205020404" pitchFamily="49" charset="0"/>
                        </a:rPr>
                      </a:br>
                      <a:r>
                        <a:rPr lang="en-US" b="1" i="0">
                          <a:effectLst/>
                          <a:latin typeface="Courier New" panose="02070309020205020404" pitchFamily="49" charset="0"/>
                          <a:cs typeface="Courier New" panose="02070309020205020404" pitchFamily="49" charset="0"/>
                        </a:rPr>
                        <a:t>11000000.10101000.0001</a:t>
                      </a:r>
                      <a:r>
                        <a:rPr lang="en-US" b="1" i="0">
                          <a:effectLst/>
                          <a:highlight>
                            <a:srgbClr val="FFFF00"/>
                          </a:highlight>
                          <a:latin typeface="Courier New" panose="02070309020205020404" pitchFamily="49" charset="0"/>
                          <a:cs typeface="Courier New" panose="02070309020205020404" pitchFamily="49" charset="0"/>
                        </a:rPr>
                        <a:t>1111.00000000</a:t>
                      </a:r>
                    </a:p>
                  </a:txBody>
                  <a:tcPr marL="47625" marR="47625" marT="47625" marB="47625" anchor="ctr"/>
                </a:tc>
                <a:extLst>
                  <a:ext uri="{0D108BD9-81ED-4DB2-BD59-A6C34878D82A}">
                    <a16:rowId xmlns:a16="http://schemas.microsoft.com/office/drawing/2014/main" val="3280393938"/>
                  </a:ext>
                </a:extLst>
              </a:tr>
            </a:tbl>
          </a:graphicData>
        </a:graphic>
      </p:graphicFrame>
    </p:spTree>
    <p:custDataLst>
      <p:tags r:id="rId1"/>
    </p:custDataLst>
    <p:extLst>
      <p:ext uri="{BB962C8B-B14F-4D97-AF65-F5344CB8AC3E}">
        <p14:creationId xmlns:p14="http://schemas.microsoft.com/office/powerpoint/2010/main" val="23985366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Wildcard Masks in ACLs</a:t>
            </a:r>
            <a:br>
              <a:rPr lang="en-US"/>
            </a:br>
            <a:r>
              <a:rPr lang="en-US" sz="2400"/>
              <a:t>Wildcard Mask Calculation</a:t>
            </a:r>
          </a:p>
        </p:txBody>
      </p:sp>
      <p:sp>
        <p:nvSpPr>
          <p:cNvPr id="6" name="Content Placeholder 5">
            <a:extLst>
              <a:ext uri="{FF2B5EF4-FFF2-40B4-BE49-F238E27FC236}">
                <a16:creationId xmlns:a16="http://schemas.microsoft.com/office/drawing/2014/main" id="{364D8DDC-34BF-0241-AB9B-7FA037D5BA12}"/>
              </a:ext>
            </a:extLst>
          </p:cNvPr>
          <p:cNvSpPr>
            <a:spLocks noGrp="1"/>
          </p:cNvSpPr>
          <p:nvPr>
            <p:ph idx="1"/>
          </p:nvPr>
        </p:nvSpPr>
        <p:spPr>
          <a:xfrm>
            <a:off x="474662" y="731837"/>
            <a:ext cx="8280057" cy="3689897"/>
          </a:xfrm>
        </p:spPr>
        <p:txBody>
          <a:bodyPr/>
          <a:lstStyle/>
          <a:p>
            <a:pPr marL="0" indent="0" algn="l"/>
            <a:r>
              <a:rPr lang="en-US" sz="1800">
                <a:solidFill>
                  <a:srgbClr val="000000"/>
                </a:solidFill>
              </a:rPr>
              <a:t>Calculating wildcard masks can be challenging. One shortcut method is to subtract the subnet mask from 255.255.255.255. Some examples:</a:t>
            </a:r>
          </a:p>
          <a:p>
            <a:pPr marL="342900" indent="-342900" algn="l">
              <a:buFont typeface="Arial" panose="020B0604020202020204" pitchFamily="34" charset="0"/>
              <a:buChar char="•"/>
            </a:pPr>
            <a:r>
              <a:rPr lang="en-US" sz="1600">
                <a:solidFill>
                  <a:srgbClr val="000000"/>
                </a:solidFill>
              </a:rPr>
              <a:t>Assume you wanted an ACE in ACL 10 to permit access to all users in the 192.168.3.0/24 network. To calculate the wildcard mask, subtract the subnet mask (255.255.255.0) from 255.255.255.255. This produces the wildcard mask 0.0.0.255. The ACE would be </a:t>
            </a:r>
            <a:r>
              <a:rPr lang="en-US" sz="1600" b="1">
                <a:solidFill>
                  <a:srgbClr val="000000"/>
                </a:solidFill>
              </a:rPr>
              <a:t>access-list 10 permit 192.168.3.0 0.0.0.255.</a:t>
            </a:r>
          </a:p>
          <a:p>
            <a:pPr marL="342900" indent="-342900" algn="l">
              <a:buFont typeface="Arial" panose="020B0604020202020204" pitchFamily="34" charset="0"/>
              <a:buChar char="•"/>
            </a:pPr>
            <a:r>
              <a:rPr lang="en-US" sz="1600">
                <a:solidFill>
                  <a:srgbClr val="000000"/>
                </a:solidFill>
              </a:rPr>
              <a:t>Assume you wanted an ACE in ACL 10 to permit network access for the 14 users in the subnet 192.168.3.32/28. Subtract the subnet (i.e., 255.255.255.240) from 255.255.255.255. This produces the wildcard mask 0.0.0.15. The ACE would be </a:t>
            </a:r>
            <a:r>
              <a:rPr lang="en-US" sz="1600" b="1">
                <a:solidFill>
                  <a:srgbClr val="000000"/>
                </a:solidFill>
              </a:rPr>
              <a:t>access-list 10 permit 192.168.3.32 0.0.0.15.</a:t>
            </a:r>
            <a:endParaRPr lang="en-US" sz="1600">
              <a:solidFill>
                <a:srgbClr val="000000"/>
              </a:solidFill>
            </a:endParaRPr>
          </a:p>
          <a:p>
            <a:pPr marL="342900" indent="-342900" algn="l">
              <a:buFont typeface="Arial" panose="020B0604020202020204" pitchFamily="34" charset="0"/>
              <a:buChar char="•"/>
            </a:pPr>
            <a:r>
              <a:rPr lang="en-US" sz="1600">
                <a:solidFill>
                  <a:srgbClr val="000000"/>
                </a:solidFill>
              </a:rPr>
              <a:t>Assume you needed an ACE in ACL 10 to permit only networks 192.168.10.0 and 192.168.11.0. These two networks could be summarized as 192.168.10.0/23 which is a subnet mask of 255.255.254.0. Subtract 255.255.254.0 subnet mask from 255.255.255.255. This produces the wildcard mask 0.0.1.255. The ACE would be </a:t>
            </a:r>
            <a:r>
              <a:rPr lang="en-US" sz="1600" b="1">
                <a:solidFill>
                  <a:srgbClr val="000000"/>
                </a:solidFill>
              </a:rPr>
              <a:t>access-list 10 permit 192.168.10.0 0.0.1.255.</a:t>
            </a:r>
            <a:endParaRPr lang="en-US" sz="1600">
              <a:solidFill>
                <a:srgbClr val="000000"/>
              </a:solidFill>
            </a:endParaRPr>
          </a:p>
          <a:p>
            <a:pPr marL="342900" indent="-342900" algn="l">
              <a:buFont typeface="Arial" panose="020B0604020202020204" pitchFamily="34" charset="0"/>
              <a:buChar char="•"/>
            </a:pPr>
            <a:endParaRPr lang="en-US" sz="1800">
              <a:solidFill>
                <a:srgbClr val="000000"/>
              </a:solidFill>
            </a:endParaRPr>
          </a:p>
          <a:p>
            <a:pPr marL="342900" indent="-342900" algn="l">
              <a:buFont typeface="Arial" panose="020B0604020202020204" pitchFamily="34" charset="0"/>
              <a:buChar char="•"/>
            </a:pPr>
            <a:endParaRPr lang="en-US" sz="1800">
              <a:solidFill>
                <a:srgbClr val="000000"/>
              </a:solidFill>
            </a:endParaRPr>
          </a:p>
        </p:txBody>
      </p:sp>
    </p:spTree>
    <p:custDataLst>
      <p:tags r:id="rId1"/>
    </p:custDataLst>
    <p:extLst>
      <p:ext uri="{BB962C8B-B14F-4D97-AF65-F5344CB8AC3E}">
        <p14:creationId xmlns:p14="http://schemas.microsoft.com/office/powerpoint/2010/main" val="25095378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Wildcard Masks in ACLs</a:t>
            </a:r>
            <a:br>
              <a:rPr lang="en-US"/>
            </a:br>
            <a:r>
              <a:rPr lang="en-US" sz="2400"/>
              <a:t>Wildcard Mask Keywords</a:t>
            </a:r>
          </a:p>
        </p:txBody>
      </p:sp>
      <p:sp>
        <p:nvSpPr>
          <p:cNvPr id="4" name="Content Placeholder 3">
            <a:extLst>
              <a:ext uri="{FF2B5EF4-FFF2-40B4-BE49-F238E27FC236}">
                <a16:creationId xmlns:a16="http://schemas.microsoft.com/office/drawing/2014/main" id="{5215CBA2-A914-3C4A-990E-73359DAA5DB9}"/>
              </a:ext>
            </a:extLst>
          </p:cNvPr>
          <p:cNvSpPr>
            <a:spLocks noGrp="1"/>
          </p:cNvSpPr>
          <p:nvPr>
            <p:ph idx="1"/>
          </p:nvPr>
        </p:nvSpPr>
        <p:spPr>
          <a:xfrm>
            <a:off x="474662" y="731837"/>
            <a:ext cx="8280057" cy="3689897"/>
          </a:xfrm>
        </p:spPr>
        <p:txBody>
          <a:bodyPr lIns="91420" tIns="45710" rIns="91420" bIns="45710" anchor="t">
            <a:noAutofit/>
          </a:bodyPr>
          <a:lstStyle/>
          <a:p>
            <a:pPr marL="0" indent="0" algn="l"/>
            <a:r>
              <a:rPr lang="en-US" sz="1600" dirty="0">
                <a:solidFill>
                  <a:srgbClr val="000000"/>
                </a:solidFill>
              </a:rPr>
              <a:t>The Cisco IOS provides two keywords to identify the most common uses of wildcard masking. The two keywords are:</a:t>
            </a:r>
          </a:p>
          <a:p>
            <a:pPr marL="342900" indent="-342900" algn="l">
              <a:buFont typeface="Arial" panose="020B0604020202020204" pitchFamily="34" charset="0"/>
              <a:buChar char="•"/>
            </a:pPr>
            <a:r>
              <a:rPr lang="en-US" sz="1600" b="1" dirty="0">
                <a:solidFill>
                  <a:srgbClr val="000000"/>
                </a:solidFill>
              </a:rPr>
              <a:t>host</a:t>
            </a:r>
            <a:r>
              <a:rPr lang="en-US" sz="1600" dirty="0">
                <a:solidFill>
                  <a:srgbClr val="000000"/>
                </a:solidFill>
              </a:rPr>
              <a:t> - This keyword substitutes for the 0.0.0.0 mask. This mask states that all IPv4 address bits must match to filter just one host address.</a:t>
            </a:r>
          </a:p>
          <a:p>
            <a:pPr marL="342900" indent="-342900" algn="l">
              <a:buFont typeface="Arial" panose="020B0604020202020204" pitchFamily="34" charset="0"/>
              <a:buChar char="•"/>
            </a:pPr>
            <a:r>
              <a:rPr lang="en-US" sz="1600" b="1" dirty="0">
                <a:solidFill>
                  <a:srgbClr val="000000"/>
                </a:solidFill>
              </a:rPr>
              <a:t>any</a:t>
            </a:r>
            <a:r>
              <a:rPr lang="en-US" sz="1600" dirty="0">
                <a:solidFill>
                  <a:srgbClr val="000000"/>
                </a:solidFill>
              </a:rPr>
              <a:t> - This keyword substitutes for the 255.255.255.255 mask. This mask says to ignore the entire IPv4 address or to accept any addresses.</a:t>
            </a:r>
          </a:p>
          <a:p>
            <a:pPr marL="342900" indent="-342900" algn="l">
              <a:buFont typeface="Arial" panose="020B0604020202020204" pitchFamily="34" charset="0"/>
              <a:buChar char="•"/>
            </a:pPr>
            <a:endParaRPr lang="en-US" sz="1600" dirty="0">
              <a:solidFill>
                <a:srgbClr val="000000"/>
              </a:solidFill>
            </a:endParaRPr>
          </a:p>
          <a:p>
            <a:pPr marL="342900" indent="-342900" algn="l">
              <a:buFont typeface="Arial" panose="020B0604020202020204" pitchFamily="34" charset="0"/>
              <a:buChar char="•"/>
            </a:pPr>
            <a:r>
              <a:rPr lang="en-US" sz="1600" dirty="0">
                <a:solidFill>
                  <a:srgbClr val="000000"/>
                </a:solidFill>
                <a:ea typeface="ＭＳ Ｐゴシック"/>
              </a:rPr>
              <a:t>Access-list 10 deny 1.2.3.4</a:t>
            </a:r>
          </a:p>
          <a:p>
            <a:pPr marL="342900" indent="-342900" algn="l">
              <a:buFont typeface="Arial" panose="020B0604020202020204" pitchFamily="34" charset="0"/>
              <a:buChar char="•"/>
            </a:pPr>
            <a:r>
              <a:rPr lang="en-US" sz="1600" dirty="0">
                <a:solidFill>
                  <a:srgbClr val="000000"/>
                </a:solidFill>
                <a:ea typeface="ＭＳ Ｐゴシック"/>
              </a:rPr>
              <a:t>Access-list 10 permit any</a:t>
            </a:r>
          </a:p>
          <a:p>
            <a:pPr marL="342900" indent="-342900" algn="l">
              <a:buFont typeface="Arial" panose="020B0604020202020204" pitchFamily="34" charset="0"/>
              <a:buChar char="•"/>
            </a:pPr>
            <a:endParaRPr lang="en-US" sz="1600" dirty="0">
              <a:solidFill>
                <a:srgbClr val="000000"/>
              </a:solidFill>
            </a:endParaRPr>
          </a:p>
        </p:txBody>
      </p:sp>
    </p:spTree>
    <p:custDataLst>
      <p:tags r:id="rId1"/>
    </p:custDataLst>
    <p:extLst>
      <p:ext uri="{BB962C8B-B14F-4D97-AF65-F5344CB8AC3E}">
        <p14:creationId xmlns:p14="http://schemas.microsoft.com/office/powerpoint/2010/main" val="16693209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a:solidFill>
                  <a:schemeClr val="accent5">
                    <a:lumMod val="40000"/>
                    <a:lumOff val="60000"/>
                  </a:schemeClr>
                </a:solidFill>
              </a:rPr>
              <a:t>4.3 Guidelines for ACL Creation</a:t>
            </a:r>
          </a:p>
        </p:txBody>
      </p:sp>
    </p:spTree>
    <p:custDataLst>
      <p:tags r:id="rId1"/>
    </p:custDataLst>
    <p:extLst>
      <p:ext uri="{BB962C8B-B14F-4D97-AF65-F5344CB8AC3E}">
        <p14:creationId xmlns:p14="http://schemas.microsoft.com/office/powerpoint/2010/main" val="1016896985"/>
      </p:ext>
    </p:extLst>
  </p:cSld>
  <p:clrMapOvr>
    <a:masterClrMapping/>
  </p:clrMapOvr>
  <p:transition spd="slow">
    <p:wip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Guidelines for ACL Creation</a:t>
            </a:r>
            <a:br>
              <a:rPr lang="en-US"/>
            </a:br>
            <a:r>
              <a:rPr lang="en-US" sz="2400"/>
              <a:t>Limited Number of ACLs per Interface</a:t>
            </a:r>
          </a:p>
        </p:txBody>
      </p:sp>
      <p:sp>
        <p:nvSpPr>
          <p:cNvPr id="5" name="Content Placeholder 4">
            <a:extLst>
              <a:ext uri="{FF2B5EF4-FFF2-40B4-BE49-F238E27FC236}">
                <a16:creationId xmlns:a16="http://schemas.microsoft.com/office/drawing/2014/main" id="{F97EAED2-1894-4945-BC7B-07578448B148}"/>
              </a:ext>
            </a:extLst>
          </p:cNvPr>
          <p:cNvSpPr>
            <a:spLocks noGrp="1"/>
          </p:cNvSpPr>
          <p:nvPr>
            <p:ph idx="1"/>
          </p:nvPr>
        </p:nvSpPr>
        <p:spPr>
          <a:xfrm>
            <a:off x="474662" y="731838"/>
            <a:ext cx="8280057" cy="1104220"/>
          </a:xfrm>
        </p:spPr>
        <p:txBody>
          <a:bodyPr/>
          <a:lstStyle/>
          <a:p>
            <a:pPr marL="0" indent="0" algn="l"/>
            <a:r>
              <a:rPr lang="en-US" sz="1600">
                <a:solidFill>
                  <a:srgbClr val="000000"/>
                </a:solidFill>
              </a:rPr>
              <a:t>There is a limit on the number of ACLs that can be applied on a router interface. For example, a dual-stacked (</a:t>
            </a:r>
            <a:r>
              <a:rPr lang="en-US" sz="1600" err="1">
                <a:solidFill>
                  <a:srgbClr val="000000"/>
                </a:solidFill>
              </a:rPr>
              <a:t>i.e</a:t>
            </a:r>
            <a:r>
              <a:rPr lang="en-US" sz="1600">
                <a:solidFill>
                  <a:srgbClr val="000000"/>
                </a:solidFill>
              </a:rPr>
              <a:t>, IPv4 and IPv6) router interface can have up to four ACLs applied, as shown in the figure.</a:t>
            </a:r>
            <a:r>
              <a:rPr lang="en-US" sz="1600" b="1">
                <a:solidFill>
                  <a:srgbClr val="000000"/>
                </a:solidFill>
              </a:rPr>
              <a:t> </a:t>
            </a:r>
          </a:p>
          <a:p>
            <a:pPr marL="0" indent="0" algn="l"/>
            <a:r>
              <a:rPr lang="en-US" sz="1600">
                <a:solidFill>
                  <a:srgbClr val="000000"/>
                </a:solidFill>
              </a:rPr>
              <a:t>Specifically, a router interface can have:</a:t>
            </a:r>
          </a:p>
          <a:p>
            <a:pPr marL="342900" indent="-342900" algn="l">
              <a:buFont typeface="Arial" panose="020B0604020202020204" pitchFamily="34" charset="0"/>
              <a:buChar char="•"/>
            </a:pPr>
            <a:endParaRPr lang="en-US" sz="1400">
              <a:solidFill>
                <a:srgbClr val="000000"/>
              </a:solidFill>
            </a:endParaRPr>
          </a:p>
          <a:p>
            <a:pPr marL="0" indent="0" algn="l"/>
            <a:endParaRPr lang="en-US" sz="1600">
              <a:solidFill>
                <a:srgbClr val="000000"/>
              </a:solidFill>
            </a:endParaRPr>
          </a:p>
        </p:txBody>
      </p:sp>
      <p:sp>
        <p:nvSpPr>
          <p:cNvPr id="2" name="Rectangle 1">
            <a:extLst>
              <a:ext uri="{FF2B5EF4-FFF2-40B4-BE49-F238E27FC236}">
                <a16:creationId xmlns:a16="http://schemas.microsoft.com/office/drawing/2014/main" id="{6EF701E8-07B2-4B78-8D1C-99FCCAB5E3EF}"/>
              </a:ext>
            </a:extLst>
          </p:cNvPr>
          <p:cNvSpPr/>
          <p:nvPr/>
        </p:nvSpPr>
        <p:spPr>
          <a:xfrm>
            <a:off x="474662" y="1868036"/>
            <a:ext cx="3931996" cy="2369880"/>
          </a:xfrm>
          <a:prstGeom prst="rect">
            <a:avLst/>
          </a:prstGeom>
        </p:spPr>
        <p:txBody>
          <a:bodyPr wrap="square">
            <a:spAutoFit/>
          </a:bodyPr>
          <a:lstStyle/>
          <a:p>
            <a:pPr marL="342900" indent="-342900">
              <a:buFont typeface="Arial" panose="020B0604020202020204" pitchFamily="34" charset="0"/>
              <a:buChar char="•"/>
            </a:pPr>
            <a:r>
              <a:rPr lang="en-US" sz="1600">
                <a:solidFill>
                  <a:srgbClr val="000000"/>
                </a:solidFill>
              </a:rPr>
              <a:t>One outbound IPv4 ACL.</a:t>
            </a:r>
          </a:p>
          <a:p>
            <a:pPr marL="342900" indent="-342900">
              <a:buFont typeface="Arial" panose="020B0604020202020204" pitchFamily="34" charset="0"/>
              <a:buChar char="•"/>
            </a:pPr>
            <a:r>
              <a:rPr lang="en-US" sz="1600">
                <a:solidFill>
                  <a:srgbClr val="000000"/>
                </a:solidFill>
              </a:rPr>
              <a:t>One inbound IPv4 ACL.</a:t>
            </a:r>
          </a:p>
          <a:p>
            <a:pPr marL="342900" indent="-342900">
              <a:buFont typeface="Arial" panose="020B0604020202020204" pitchFamily="34" charset="0"/>
              <a:buChar char="•"/>
            </a:pPr>
            <a:r>
              <a:rPr lang="en-US" sz="1600">
                <a:solidFill>
                  <a:srgbClr val="000000"/>
                </a:solidFill>
              </a:rPr>
              <a:t>One inbound IPv6 ACL.</a:t>
            </a:r>
          </a:p>
          <a:p>
            <a:pPr marL="342900" indent="-342900">
              <a:buFont typeface="Arial" panose="020B0604020202020204" pitchFamily="34" charset="0"/>
              <a:buChar char="•"/>
            </a:pPr>
            <a:r>
              <a:rPr lang="en-US" sz="1600">
                <a:solidFill>
                  <a:srgbClr val="000000"/>
                </a:solidFill>
              </a:rPr>
              <a:t>One outbound IPv6 ACL.</a:t>
            </a:r>
          </a:p>
          <a:p>
            <a:pPr marL="342900" indent="-342900">
              <a:buFont typeface="Arial" panose="020B0604020202020204" pitchFamily="34" charset="0"/>
              <a:buChar char="•"/>
            </a:pPr>
            <a:endParaRPr lang="en-US" sz="1200" b="1">
              <a:solidFill>
                <a:srgbClr val="000000"/>
              </a:solidFill>
            </a:endParaRPr>
          </a:p>
          <a:p>
            <a:pPr marL="342900" indent="-342900">
              <a:buFont typeface="Arial" panose="020B0604020202020204" pitchFamily="34" charset="0"/>
              <a:buChar char="•"/>
            </a:pPr>
            <a:endParaRPr lang="en-US" sz="1200" b="1">
              <a:solidFill>
                <a:srgbClr val="000000"/>
              </a:solidFill>
            </a:endParaRPr>
          </a:p>
          <a:p>
            <a:pPr marL="342900" indent="-342900">
              <a:buFont typeface="Arial" panose="020B0604020202020204" pitchFamily="34" charset="0"/>
              <a:buChar char="•"/>
            </a:pPr>
            <a:endParaRPr lang="en-US" sz="1200" b="1">
              <a:solidFill>
                <a:srgbClr val="000000"/>
              </a:solidFill>
            </a:endParaRPr>
          </a:p>
          <a:p>
            <a:r>
              <a:rPr lang="en-US" sz="1200" b="1">
                <a:solidFill>
                  <a:srgbClr val="000000"/>
                </a:solidFill>
              </a:rPr>
              <a:t>Note</a:t>
            </a:r>
            <a:r>
              <a:rPr lang="en-US" sz="1200">
                <a:solidFill>
                  <a:srgbClr val="000000"/>
                </a:solidFill>
              </a:rPr>
              <a:t>: ACLs do not have to be configured in both directions. The number of ACLs and their direction applied to the interface will depend on the security policy of the organization.</a:t>
            </a:r>
          </a:p>
        </p:txBody>
      </p:sp>
      <p:pic>
        <p:nvPicPr>
          <p:cNvPr id="7" name="Picture 6">
            <a:extLst>
              <a:ext uri="{FF2B5EF4-FFF2-40B4-BE49-F238E27FC236}">
                <a16:creationId xmlns:a16="http://schemas.microsoft.com/office/drawing/2014/main" id="{BD109AAC-C779-C54A-B871-5288A9E91D19}"/>
              </a:ext>
            </a:extLst>
          </p:cNvPr>
          <p:cNvPicPr>
            <a:picLocks noChangeAspect="1"/>
          </p:cNvPicPr>
          <p:nvPr/>
        </p:nvPicPr>
        <p:blipFill>
          <a:blip r:embed="rId4"/>
          <a:stretch>
            <a:fillRect/>
          </a:stretch>
        </p:blipFill>
        <p:spPr>
          <a:xfrm>
            <a:off x="4572000" y="2054578"/>
            <a:ext cx="3686009" cy="2766236"/>
          </a:xfrm>
          <a:prstGeom prst="rect">
            <a:avLst/>
          </a:prstGeom>
        </p:spPr>
      </p:pic>
    </p:spTree>
    <p:custDataLst>
      <p:tags r:id="rId1"/>
    </p:custDataLst>
    <p:extLst>
      <p:ext uri="{BB962C8B-B14F-4D97-AF65-F5344CB8AC3E}">
        <p14:creationId xmlns:p14="http://schemas.microsoft.com/office/powerpoint/2010/main" val="42154590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Guidelines for ACL Creation</a:t>
            </a:r>
            <a:br>
              <a:rPr lang="en-US"/>
            </a:br>
            <a:r>
              <a:rPr lang="en-US" sz="2400"/>
              <a:t>ACL Best Practices</a:t>
            </a:r>
          </a:p>
        </p:txBody>
      </p:sp>
      <p:sp>
        <p:nvSpPr>
          <p:cNvPr id="4" name="Content Placeholder 3">
            <a:extLst>
              <a:ext uri="{FF2B5EF4-FFF2-40B4-BE49-F238E27FC236}">
                <a16:creationId xmlns:a16="http://schemas.microsoft.com/office/drawing/2014/main" id="{5E9CBFF3-30E5-5E4B-B487-D6C014376569}"/>
              </a:ext>
            </a:extLst>
          </p:cNvPr>
          <p:cNvSpPr>
            <a:spLocks noGrp="1"/>
          </p:cNvSpPr>
          <p:nvPr>
            <p:ph idx="1"/>
          </p:nvPr>
        </p:nvSpPr>
        <p:spPr>
          <a:xfrm>
            <a:off x="474662" y="731837"/>
            <a:ext cx="8280057" cy="893763"/>
          </a:xfrm>
        </p:spPr>
        <p:txBody>
          <a:bodyPr/>
          <a:lstStyle/>
          <a:p>
            <a:pPr marL="0" indent="0" algn="l"/>
            <a:r>
              <a:rPr lang="en-US" sz="1600">
                <a:solidFill>
                  <a:srgbClr val="000000"/>
                </a:solidFill>
              </a:rPr>
              <a:t>Using ACLs requires attention to detail and great care. Mistakes can be costly in terms of downtime, troubleshooting efforts, and poor network service. Basic planning is required before configuring an ACL.</a:t>
            </a:r>
          </a:p>
        </p:txBody>
      </p:sp>
      <p:graphicFrame>
        <p:nvGraphicFramePr>
          <p:cNvPr id="6" name="Table 5">
            <a:extLst>
              <a:ext uri="{FF2B5EF4-FFF2-40B4-BE49-F238E27FC236}">
                <a16:creationId xmlns:a16="http://schemas.microsoft.com/office/drawing/2014/main" id="{B6F92E12-6BB7-8140-8096-43733D88CDE6}"/>
              </a:ext>
            </a:extLst>
          </p:cNvPr>
          <p:cNvGraphicFramePr>
            <a:graphicFrameLocks noGrp="1"/>
          </p:cNvGraphicFramePr>
          <p:nvPr>
            <p:extLst>
              <p:ext uri="{D42A27DB-BD31-4B8C-83A1-F6EECF244321}">
                <p14:modId xmlns:p14="http://schemas.microsoft.com/office/powerpoint/2010/main" val="3929335566"/>
              </p:ext>
            </p:extLst>
          </p:nvPr>
        </p:nvGraphicFramePr>
        <p:xfrm>
          <a:off x="587022" y="1625600"/>
          <a:ext cx="7758466" cy="2980690"/>
        </p:xfrm>
        <a:graphic>
          <a:graphicData uri="http://schemas.openxmlformats.org/drawingml/2006/table">
            <a:tbl>
              <a:tblPr firstRow="1" bandRow="1">
                <a:tableStyleId>{5C22544A-7EE6-4342-B048-85BDC9FD1C3A}</a:tableStyleId>
              </a:tblPr>
              <a:tblGrid>
                <a:gridCol w="3879233">
                  <a:extLst>
                    <a:ext uri="{9D8B030D-6E8A-4147-A177-3AD203B41FA5}">
                      <a16:colId xmlns:a16="http://schemas.microsoft.com/office/drawing/2014/main" val="98621564"/>
                    </a:ext>
                  </a:extLst>
                </a:gridCol>
                <a:gridCol w="3879233">
                  <a:extLst>
                    <a:ext uri="{9D8B030D-6E8A-4147-A177-3AD203B41FA5}">
                      <a16:colId xmlns:a16="http://schemas.microsoft.com/office/drawing/2014/main" val="1412113352"/>
                    </a:ext>
                  </a:extLst>
                </a:gridCol>
              </a:tblGrid>
              <a:tr h="370840">
                <a:tc>
                  <a:txBody>
                    <a:bodyPr/>
                    <a:lstStyle/>
                    <a:p>
                      <a:pPr algn="l" fontAlgn="ctr"/>
                      <a:r>
                        <a:rPr lang="en-US" b="1">
                          <a:effectLst/>
                        </a:rPr>
                        <a:t>Guideline</a:t>
                      </a:r>
                      <a:endParaRPr lang="en-US">
                        <a:effectLst/>
                      </a:endParaRPr>
                    </a:p>
                  </a:txBody>
                  <a:tcPr marL="47625" marR="47625" marT="47625" marB="47625" anchor="ctr"/>
                </a:tc>
                <a:tc>
                  <a:txBody>
                    <a:bodyPr/>
                    <a:lstStyle/>
                    <a:p>
                      <a:pPr algn="l" fontAlgn="ctr"/>
                      <a:r>
                        <a:rPr lang="en-US" b="1">
                          <a:effectLst/>
                        </a:rPr>
                        <a:t>Benefit</a:t>
                      </a:r>
                      <a:endParaRPr lang="en-US">
                        <a:effectLst/>
                      </a:endParaRPr>
                    </a:p>
                  </a:txBody>
                  <a:tcPr marL="47625" marR="47625" marT="47625" marB="47625" anchor="ctr"/>
                </a:tc>
                <a:extLst>
                  <a:ext uri="{0D108BD9-81ED-4DB2-BD59-A6C34878D82A}">
                    <a16:rowId xmlns:a16="http://schemas.microsoft.com/office/drawing/2014/main" val="119604248"/>
                  </a:ext>
                </a:extLst>
              </a:tr>
              <a:tr h="370840">
                <a:tc>
                  <a:txBody>
                    <a:bodyPr/>
                    <a:lstStyle/>
                    <a:p>
                      <a:pPr fontAlgn="ctr"/>
                      <a:r>
                        <a:rPr lang="en-US" b="0">
                          <a:effectLst/>
                        </a:rPr>
                        <a:t>Base ACLs on the organizational security policies.</a:t>
                      </a:r>
                    </a:p>
                  </a:txBody>
                  <a:tcPr marL="47625" marR="47625" marT="47625" marB="47625" anchor="ctr"/>
                </a:tc>
                <a:tc>
                  <a:txBody>
                    <a:bodyPr/>
                    <a:lstStyle/>
                    <a:p>
                      <a:pPr fontAlgn="ctr"/>
                      <a:r>
                        <a:rPr lang="en-US" b="0">
                          <a:effectLst/>
                        </a:rPr>
                        <a:t>This will ensure you implement organizational security guidelines.</a:t>
                      </a:r>
                    </a:p>
                  </a:txBody>
                  <a:tcPr marL="47625" marR="47625" marT="47625" marB="47625" anchor="ctr"/>
                </a:tc>
                <a:extLst>
                  <a:ext uri="{0D108BD9-81ED-4DB2-BD59-A6C34878D82A}">
                    <a16:rowId xmlns:a16="http://schemas.microsoft.com/office/drawing/2014/main" val="4144872107"/>
                  </a:ext>
                </a:extLst>
              </a:tr>
              <a:tr h="370840">
                <a:tc>
                  <a:txBody>
                    <a:bodyPr/>
                    <a:lstStyle/>
                    <a:p>
                      <a:pPr fontAlgn="ctr"/>
                      <a:r>
                        <a:rPr lang="en-US" b="0">
                          <a:effectLst/>
                        </a:rPr>
                        <a:t>Write out what you want the ACL to do.</a:t>
                      </a:r>
                    </a:p>
                  </a:txBody>
                  <a:tcPr marL="47625" marR="47625" marT="47625" marB="47625" anchor="ctr"/>
                </a:tc>
                <a:tc>
                  <a:txBody>
                    <a:bodyPr/>
                    <a:lstStyle/>
                    <a:p>
                      <a:pPr fontAlgn="ctr"/>
                      <a:r>
                        <a:rPr lang="en-US" b="0">
                          <a:effectLst/>
                        </a:rPr>
                        <a:t>This will help you avoid inadvertently creating potential access problems.</a:t>
                      </a:r>
                    </a:p>
                  </a:txBody>
                  <a:tcPr marL="47625" marR="47625" marT="47625" marB="47625" anchor="ctr"/>
                </a:tc>
                <a:extLst>
                  <a:ext uri="{0D108BD9-81ED-4DB2-BD59-A6C34878D82A}">
                    <a16:rowId xmlns:a16="http://schemas.microsoft.com/office/drawing/2014/main" val="568498565"/>
                  </a:ext>
                </a:extLst>
              </a:tr>
              <a:tr h="370840">
                <a:tc>
                  <a:txBody>
                    <a:bodyPr/>
                    <a:lstStyle/>
                    <a:p>
                      <a:pPr fontAlgn="ctr"/>
                      <a:r>
                        <a:rPr lang="en-US" b="0">
                          <a:effectLst/>
                        </a:rPr>
                        <a:t>Use a text editor to create, edit, and save all of your ACLs.</a:t>
                      </a:r>
                    </a:p>
                  </a:txBody>
                  <a:tcPr marL="47625" marR="47625" marT="47625" marB="47625" anchor="ctr"/>
                </a:tc>
                <a:tc>
                  <a:txBody>
                    <a:bodyPr/>
                    <a:lstStyle/>
                    <a:p>
                      <a:pPr fontAlgn="ctr"/>
                      <a:r>
                        <a:rPr lang="en-US" b="0">
                          <a:effectLst/>
                        </a:rPr>
                        <a:t>This will help you create a library of reusable ACLs.</a:t>
                      </a:r>
                    </a:p>
                  </a:txBody>
                  <a:tcPr marL="47625" marR="47625" marT="47625" marB="47625" anchor="ctr"/>
                </a:tc>
                <a:extLst>
                  <a:ext uri="{0D108BD9-81ED-4DB2-BD59-A6C34878D82A}">
                    <a16:rowId xmlns:a16="http://schemas.microsoft.com/office/drawing/2014/main" val="3715197478"/>
                  </a:ext>
                </a:extLst>
              </a:tr>
              <a:tr h="370840">
                <a:tc>
                  <a:txBody>
                    <a:bodyPr/>
                    <a:lstStyle/>
                    <a:p>
                      <a:pPr fontAlgn="ctr"/>
                      <a:r>
                        <a:rPr lang="en-US" b="0">
                          <a:effectLst/>
                        </a:rPr>
                        <a:t>Document the ACLs using the </a:t>
                      </a:r>
                      <a:r>
                        <a:rPr lang="en-US" b="1">
                          <a:effectLst/>
                        </a:rPr>
                        <a:t>remark </a:t>
                      </a:r>
                      <a:r>
                        <a:rPr lang="en-US" b="0">
                          <a:effectLst/>
                        </a:rPr>
                        <a:t>command.</a:t>
                      </a:r>
                    </a:p>
                  </a:txBody>
                  <a:tcPr marL="47625" marR="47625" marT="47625" marB="47625" anchor="ctr"/>
                </a:tc>
                <a:tc>
                  <a:txBody>
                    <a:bodyPr/>
                    <a:lstStyle/>
                    <a:p>
                      <a:pPr fontAlgn="ctr"/>
                      <a:r>
                        <a:rPr lang="en-US" b="0">
                          <a:effectLst/>
                        </a:rPr>
                        <a:t>This will help you (and others) understand the purpose of an ACE.</a:t>
                      </a:r>
                    </a:p>
                  </a:txBody>
                  <a:tcPr marL="47625" marR="47625" marT="47625" marB="47625" anchor="ctr"/>
                </a:tc>
                <a:extLst>
                  <a:ext uri="{0D108BD9-81ED-4DB2-BD59-A6C34878D82A}">
                    <a16:rowId xmlns:a16="http://schemas.microsoft.com/office/drawing/2014/main" val="4253479605"/>
                  </a:ext>
                </a:extLst>
              </a:tr>
              <a:tr h="370840">
                <a:tc>
                  <a:txBody>
                    <a:bodyPr/>
                    <a:lstStyle/>
                    <a:p>
                      <a:pPr fontAlgn="ctr"/>
                      <a:r>
                        <a:rPr lang="en-US" b="0">
                          <a:effectLst/>
                        </a:rPr>
                        <a:t>Test the ACLs on a development network before implementing them on a production network.</a:t>
                      </a:r>
                    </a:p>
                  </a:txBody>
                  <a:tcPr marL="47625" marR="47625" marT="47625" marB="47625" anchor="ctr"/>
                </a:tc>
                <a:tc>
                  <a:txBody>
                    <a:bodyPr/>
                    <a:lstStyle/>
                    <a:p>
                      <a:pPr fontAlgn="ctr"/>
                      <a:r>
                        <a:rPr lang="en-US" b="0">
                          <a:effectLst/>
                        </a:rPr>
                        <a:t>This will help you avoid costly errors.</a:t>
                      </a:r>
                    </a:p>
                  </a:txBody>
                  <a:tcPr marL="47625" marR="47625" marT="47625" marB="47625" anchor="ctr"/>
                </a:tc>
                <a:extLst>
                  <a:ext uri="{0D108BD9-81ED-4DB2-BD59-A6C34878D82A}">
                    <a16:rowId xmlns:a16="http://schemas.microsoft.com/office/drawing/2014/main" val="1883023388"/>
                  </a:ext>
                </a:extLst>
              </a:tr>
            </a:tbl>
          </a:graphicData>
        </a:graphic>
      </p:graphicFrame>
    </p:spTree>
    <p:custDataLst>
      <p:tags r:id="rId1"/>
    </p:custDataLst>
    <p:extLst>
      <p:ext uri="{BB962C8B-B14F-4D97-AF65-F5344CB8AC3E}">
        <p14:creationId xmlns:p14="http://schemas.microsoft.com/office/powerpoint/2010/main" val="7242154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a:solidFill>
                  <a:schemeClr val="accent5">
                    <a:lumMod val="40000"/>
                    <a:lumOff val="60000"/>
                  </a:schemeClr>
                </a:solidFill>
              </a:rPr>
              <a:t>4.4 Types of IPv4 ACLs</a:t>
            </a:r>
          </a:p>
        </p:txBody>
      </p:sp>
    </p:spTree>
    <p:custDataLst>
      <p:tags r:id="rId1"/>
    </p:custDataLst>
    <p:extLst>
      <p:ext uri="{BB962C8B-B14F-4D97-AF65-F5344CB8AC3E}">
        <p14:creationId xmlns:p14="http://schemas.microsoft.com/office/powerpoint/2010/main" val="2518598079"/>
      </p:ext>
    </p:extLst>
  </p:cSld>
  <p:clrMapOvr>
    <a:masterClrMapping/>
  </p:clrMapOvr>
  <p:transition spd="slow">
    <p:wip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Types of IPv4 ACLs</a:t>
            </a:r>
            <a:br>
              <a:rPr lang="en-US"/>
            </a:br>
            <a:r>
              <a:rPr lang="en-US" sz="2400"/>
              <a:t>Standard and Extended ACLs</a:t>
            </a:r>
          </a:p>
        </p:txBody>
      </p:sp>
      <p:sp>
        <p:nvSpPr>
          <p:cNvPr id="5" name="Content Placeholder 4">
            <a:extLst>
              <a:ext uri="{FF2B5EF4-FFF2-40B4-BE49-F238E27FC236}">
                <a16:creationId xmlns:a16="http://schemas.microsoft.com/office/drawing/2014/main" id="{CD273069-A3F5-5945-9FDD-642B0446D781}"/>
              </a:ext>
            </a:extLst>
          </p:cNvPr>
          <p:cNvSpPr>
            <a:spLocks noGrp="1"/>
          </p:cNvSpPr>
          <p:nvPr>
            <p:ph idx="1"/>
          </p:nvPr>
        </p:nvSpPr>
        <p:spPr>
          <a:xfrm>
            <a:off x="474662" y="731837"/>
            <a:ext cx="8280057" cy="3689897"/>
          </a:xfrm>
        </p:spPr>
        <p:txBody>
          <a:bodyPr/>
          <a:lstStyle/>
          <a:p>
            <a:pPr marL="0" indent="0" algn="l"/>
            <a:r>
              <a:rPr lang="en-US" sz="1600">
                <a:solidFill>
                  <a:srgbClr val="000000"/>
                </a:solidFill>
              </a:rPr>
              <a:t>There are two types of IPv4 ACLs:</a:t>
            </a:r>
          </a:p>
          <a:p>
            <a:pPr marL="342900" indent="-342900" algn="l">
              <a:buFont typeface="Arial" panose="020B0604020202020204" pitchFamily="34" charset="0"/>
              <a:buChar char="•"/>
            </a:pPr>
            <a:r>
              <a:rPr lang="en-US" sz="1600" b="1">
                <a:solidFill>
                  <a:srgbClr val="000000"/>
                </a:solidFill>
              </a:rPr>
              <a:t>Standard ACLs</a:t>
            </a:r>
            <a:r>
              <a:rPr lang="en-US" sz="1600">
                <a:solidFill>
                  <a:srgbClr val="000000"/>
                </a:solidFill>
              </a:rPr>
              <a:t> - These permit or deny packets based only on the source IPv4 address.</a:t>
            </a:r>
          </a:p>
          <a:p>
            <a:pPr marL="342900" indent="-342900" algn="l">
              <a:buFont typeface="Arial" panose="020B0604020202020204" pitchFamily="34" charset="0"/>
              <a:buChar char="•"/>
            </a:pPr>
            <a:r>
              <a:rPr lang="en-US" sz="1600" b="1">
                <a:solidFill>
                  <a:srgbClr val="000000"/>
                </a:solidFill>
              </a:rPr>
              <a:t>Extended ACLs</a:t>
            </a:r>
            <a:r>
              <a:rPr lang="en-US" sz="1600">
                <a:solidFill>
                  <a:srgbClr val="000000"/>
                </a:solidFill>
              </a:rPr>
              <a:t> - These permit or deny packets based on the source IPv4 address and destination IPv4 address, protocol type, source and destination TCP or UDP ports and more.</a:t>
            </a:r>
          </a:p>
          <a:p>
            <a:pPr marL="342900" indent="-342900" algn="l">
              <a:buFont typeface="Arial" panose="020B0604020202020204" pitchFamily="34" charset="0"/>
              <a:buChar char="•"/>
            </a:pPr>
            <a:endParaRPr lang="en-US" sz="1600">
              <a:solidFill>
                <a:srgbClr val="000000"/>
              </a:solidFill>
            </a:endParaRPr>
          </a:p>
        </p:txBody>
      </p:sp>
    </p:spTree>
    <p:custDataLst>
      <p:tags r:id="rId1"/>
    </p:custDataLst>
    <p:extLst>
      <p:ext uri="{BB962C8B-B14F-4D97-AF65-F5344CB8AC3E}">
        <p14:creationId xmlns:p14="http://schemas.microsoft.com/office/powerpoint/2010/main" val="10693859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Types of IPv4 ACLs</a:t>
            </a:r>
            <a:br>
              <a:rPr lang="en-US"/>
            </a:br>
            <a:r>
              <a:rPr lang="en-US" sz="2400"/>
              <a:t>Numbered and Named ACLs</a:t>
            </a:r>
          </a:p>
        </p:txBody>
      </p:sp>
      <p:sp>
        <p:nvSpPr>
          <p:cNvPr id="4" name="Content Placeholder 3">
            <a:extLst>
              <a:ext uri="{FF2B5EF4-FFF2-40B4-BE49-F238E27FC236}">
                <a16:creationId xmlns:a16="http://schemas.microsoft.com/office/drawing/2014/main" id="{32899492-07A1-FD4F-BB82-595FF422B2B7}"/>
              </a:ext>
            </a:extLst>
          </p:cNvPr>
          <p:cNvSpPr>
            <a:spLocks noGrp="1"/>
          </p:cNvSpPr>
          <p:nvPr>
            <p:ph idx="1"/>
          </p:nvPr>
        </p:nvSpPr>
        <p:spPr>
          <a:xfrm>
            <a:off x="431971" y="731838"/>
            <a:ext cx="8280057" cy="1053420"/>
          </a:xfrm>
        </p:spPr>
        <p:txBody>
          <a:bodyPr/>
          <a:lstStyle/>
          <a:p>
            <a:pPr marL="0" indent="0" algn="l"/>
            <a:r>
              <a:rPr lang="en-US" sz="1600" b="1">
                <a:solidFill>
                  <a:srgbClr val="000000"/>
                </a:solidFill>
              </a:rPr>
              <a:t>Numbered ACLs</a:t>
            </a:r>
            <a:endParaRPr lang="en-US" sz="1600">
              <a:solidFill>
                <a:srgbClr val="000000"/>
              </a:solidFill>
            </a:endParaRPr>
          </a:p>
          <a:p>
            <a:pPr marL="285750" indent="-285750" algn="l">
              <a:buFont typeface="Arial" panose="020B0604020202020204" pitchFamily="34" charset="0"/>
              <a:buChar char="•"/>
            </a:pPr>
            <a:r>
              <a:rPr lang="en-US" sz="1600">
                <a:solidFill>
                  <a:srgbClr val="000000"/>
                </a:solidFill>
              </a:rPr>
              <a:t>standard ACLs numbered 1-99, or 1300-1999</a:t>
            </a:r>
          </a:p>
          <a:p>
            <a:pPr marL="285750" indent="-285750" algn="l">
              <a:buFont typeface="Arial" panose="020B0604020202020204" pitchFamily="34" charset="0"/>
              <a:buChar char="•"/>
            </a:pPr>
            <a:r>
              <a:rPr lang="en-US" sz="1600">
                <a:solidFill>
                  <a:srgbClr val="000000"/>
                </a:solidFill>
              </a:rPr>
              <a:t>extended ACLs numbered 100-199, or 2000-2699.</a:t>
            </a:r>
          </a:p>
          <a:p>
            <a:pPr marL="342900" indent="-342900" algn="l">
              <a:buFont typeface="Arial" panose="020B0604020202020204" pitchFamily="34" charset="0"/>
              <a:buChar char="•"/>
            </a:pPr>
            <a:endParaRPr lang="en-US" sz="1600">
              <a:solidFill>
                <a:srgbClr val="000000"/>
              </a:solidFill>
            </a:endParaRPr>
          </a:p>
        </p:txBody>
      </p:sp>
      <p:sp>
        <p:nvSpPr>
          <p:cNvPr id="6" name="Rectangle 5">
            <a:extLst>
              <a:ext uri="{FF2B5EF4-FFF2-40B4-BE49-F238E27FC236}">
                <a16:creationId xmlns:a16="http://schemas.microsoft.com/office/drawing/2014/main" id="{171F2959-C9E6-6F45-9258-2B3BD9A8EF5D}"/>
              </a:ext>
            </a:extLst>
          </p:cNvPr>
          <p:cNvSpPr/>
          <p:nvPr/>
        </p:nvSpPr>
        <p:spPr>
          <a:xfrm>
            <a:off x="720400" y="2061130"/>
            <a:ext cx="7329488" cy="2123658"/>
          </a:xfrm>
          <a:prstGeom prst="rect">
            <a:avLst/>
          </a:prstGeom>
          <a:solidFill>
            <a:srgbClr val="000000"/>
          </a:solidFill>
        </p:spPr>
        <p:txBody>
          <a:bodyPr wrap="square">
            <a:spAutoFit/>
          </a:bodyPr>
          <a:lstStyle/>
          <a:p>
            <a:r>
              <a:rPr lang="en-US" sz="1200">
                <a:solidFill>
                  <a:srgbClr val="DFDFDF"/>
                </a:solidFill>
                <a:latin typeface="Courier New" panose="02070309020205020404" pitchFamily="49" charset="0"/>
              </a:rPr>
              <a:t>R1(config)# </a:t>
            </a:r>
            <a:r>
              <a:rPr lang="en-US" sz="1200" b="1">
                <a:solidFill>
                  <a:srgbClr val="FFFFFF"/>
                </a:solidFill>
                <a:latin typeface="Courier New" panose="02070309020205020404" pitchFamily="49" charset="0"/>
              </a:rPr>
              <a:t>access-list ?</a:t>
            </a:r>
          </a:p>
          <a:p>
            <a:r>
              <a:rPr lang="en-US" sz="1200">
                <a:solidFill>
                  <a:srgbClr val="DFDFDF"/>
                </a:solidFill>
                <a:latin typeface="Courier New" panose="02070309020205020404" pitchFamily="49" charset="0"/>
              </a:rPr>
              <a:t> &lt;1-99&gt; IP standard access list </a:t>
            </a:r>
          </a:p>
          <a:p>
            <a:r>
              <a:rPr lang="en-US" sz="1200">
                <a:solidFill>
                  <a:srgbClr val="DFDFDF"/>
                </a:solidFill>
                <a:latin typeface="Courier New" panose="02070309020205020404" pitchFamily="49" charset="0"/>
              </a:rPr>
              <a:t> &lt;100-199&gt; IP extended access list </a:t>
            </a:r>
          </a:p>
          <a:p>
            <a:r>
              <a:rPr lang="en-US" sz="1200">
                <a:solidFill>
                  <a:srgbClr val="DFDFDF"/>
                </a:solidFill>
                <a:latin typeface="Courier New" panose="02070309020205020404" pitchFamily="49" charset="0"/>
              </a:rPr>
              <a:t> &lt;1100-1199&gt; Extended 48-bit MAC address access list </a:t>
            </a:r>
          </a:p>
          <a:p>
            <a:r>
              <a:rPr lang="en-US" sz="1200">
                <a:solidFill>
                  <a:srgbClr val="DFDFDF"/>
                </a:solidFill>
                <a:latin typeface="Courier New" panose="02070309020205020404" pitchFamily="49" charset="0"/>
              </a:rPr>
              <a:t> &lt;1300-1999&gt; IP standard access list (expanded range) </a:t>
            </a:r>
          </a:p>
          <a:p>
            <a:r>
              <a:rPr lang="en-US" sz="1200">
                <a:solidFill>
                  <a:srgbClr val="DFDFDF"/>
                </a:solidFill>
                <a:latin typeface="Courier New" panose="02070309020205020404" pitchFamily="49" charset="0"/>
              </a:rPr>
              <a:t> &lt;200-299&gt; Protocol type-code access list </a:t>
            </a:r>
          </a:p>
          <a:p>
            <a:r>
              <a:rPr lang="en-US" sz="1200">
                <a:solidFill>
                  <a:srgbClr val="DFDFDF"/>
                </a:solidFill>
                <a:latin typeface="Courier New" panose="02070309020205020404" pitchFamily="49" charset="0"/>
              </a:rPr>
              <a:t> &lt;2000-2699&gt; IP extended access list (expanded range) </a:t>
            </a:r>
          </a:p>
          <a:p>
            <a:r>
              <a:rPr lang="en-US" sz="1200">
                <a:solidFill>
                  <a:srgbClr val="DFDFDF"/>
                </a:solidFill>
                <a:latin typeface="Courier New" panose="02070309020205020404" pitchFamily="49" charset="0"/>
              </a:rPr>
              <a:t> &lt;700-799&gt; 48-bit MAC address access list </a:t>
            </a:r>
          </a:p>
          <a:p>
            <a:r>
              <a:rPr lang="en-US" sz="1200">
                <a:solidFill>
                  <a:srgbClr val="DFDFDF"/>
                </a:solidFill>
                <a:latin typeface="Courier New" panose="02070309020205020404" pitchFamily="49" charset="0"/>
              </a:rPr>
              <a:t> rate-limit Simple rate-limit specific access list </a:t>
            </a:r>
          </a:p>
          <a:p>
            <a:r>
              <a:rPr lang="en-US" sz="1200">
                <a:solidFill>
                  <a:srgbClr val="DFDFDF"/>
                </a:solidFill>
                <a:latin typeface="Courier New" panose="02070309020205020404" pitchFamily="49" charset="0"/>
              </a:rPr>
              <a:t> template Enable IP template </a:t>
            </a:r>
            <a:r>
              <a:rPr lang="en-US" sz="1200" err="1">
                <a:solidFill>
                  <a:srgbClr val="DFDFDF"/>
                </a:solidFill>
                <a:latin typeface="Courier New" panose="02070309020205020404" pitchFamily="49" charset="0"/>
              </a:rPr>
              <a:t>acls</a:t>
            </a:r>
            <a:r>
              <a:rPr lang="en-US" sz="1200">
                <a:solidFill>
                  <a:srgbClr val="DFDFDF"/>
                </a:solidFill>
                <a:latin typeface="Courier New" panose="02070309020205020404" pitchFamily="49" charset="0"/>
              </a:rPr>
              <a:t> </a:t>
            </a:r>
          </a:p>
          <a:p>
            <a:r>
              <a:rPr lang="en-US" sz="1200">
                <a:solidFill>
                  <a:srgbClr val="DFDFDF"/>
                </a:solidFill>
                <a:latin typeface="Courier New" panose="02070309020205020404" pitchFamily="49" charset="0"/>
              </a:rPr>
              <a:t>Router(config)# </a:t>
            </a:r>
            <a:r>
              <a:rPr lang="en-US" sz="1200" b="1">
                <a:solidFill>
                  <a:srgbClr val="FFFFFF"/>
                </a:solidFill>
                <a:latin typeface="Courier New" panose="02070309020205020404" pitchFamily="49" charset="0"/>
              </a:rPr>
              <a:t>access-list  </a:t>
            </a:r>
            <a:endParaRPr lang="en-US" sz="1200"/>
          </a:p>
        </p:txBody>
      </p:sp>
    </p:spTree>
    <p:custDataLst>
      <p:tags r:id="rId1"/>
    </p:custDataLst>
    <p:extLst>
      <p:ext uri="{BB962C8B-B14F-4D97-AF65-F5344CB8AC3E}">
        <p14:creationId xmlns:p14="http://schemas.microsoft.com/office/powerpoint/2010/main" val="12052769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Types of IPv4 ACLs</a:t>
            </a:r>
            <a:br>
              <a:rPr lang="en-US"/>
            </a:br>
            <a:r>
              <a:rPr lang="en-US" sz="2400"/>
              <a:t>Numbered and Named ACLs (Cont.)</a:t>
            </a:r>
          </a:p>
        </p:txBody>
      </p:sp>
      <p:sp>
        <p:nvSpPr>
          <p:cNvPr id="4" name="Content Placeholder 3">
            <a:extLst>
              <a:ext uri="{FF2B5EF4-FFF2-40B4-BE49-F238E27FC236}">
                <a16:creationId xmlns:a16="http://schemas.microsoft.com/office/drawing/2014/main" id="{32899492-07A1-FD4F-BB82-595FF422B2B7}"/>
              </a:ext>
            </a:extLst>
          </p:cNvPr>
          <p:cNvSpPr>
            <a:spLocks noGrp="1"/>
          </p:cNvSpPr>
          <p:nvPr>
            <p:ph idx="1"/>
          </p:nvPr>
        </p:nvSpPr>
        <p:spPr>
          <a:xfrm>
            <a:off x="431971" y="731838"/>
            <a:ext cx="8280057" cy="1938792"/>
          </a:xfrm>
        </p:spPr>
        <p:txBody>
          <a:bodyPr/>
          <a:lstStyle/>
          <a:p>
            <a:pPr marL="0" indent="0" algn="l"/>
            <a:r>
              <a:rPr lang="en-US" sz="1600" b="1">
                <a:solidFill>
                  <a:srgbClr val="000000"/>
                </a:solidFill>
              </a:rPr>
              <a:t>Named ACLs</a:t>
            </a:r>
            <a:endParaRPr lang="en-US" sz="1600">
              <a:solidFill>
                <a:srgbClr val="000000"/>
              </a:solidFill>
            </a:endParaRPr>
          </a:p>
          <a:p>
            <a:pPr marL="342900" indent="-342900" algn="l">
              <a:buFont typeface="Arial" panose="020B0604020202020204" pitchFamily="34" charset="0"/>
              <a:buChar char="•"/>
            </a:pPr>
            <a:r>
              <a:rPr lang="en-US" sz="1600">
                <a:solidFill>
                  <a:srgbClr val="000000"/>
                </a:solidFill>
              </a:rPr>
              <a:t>Named ACLs are the preferred method to use when configuring ACLs. Specifically, standard and extended ACLs can be named to provide information about the purpose of the ACL. For example, naming an extended ACL FTP-FILTER is far better than having a numbered ACL 100.</a:t>
            </a:r>
          </a:p>
          <a:p>
            <a:pPr marL="342900" indent="-342900" algn="l">
              <a:buFont typeface="Arial" panose="020B0604020202020204" pitchFamily="34" charset="0"/>
              <a:buChar char="•"/>
            </a:pPr>
            <a:r>
              <a:rPr lang="en-US" sz="1600">
                <a:solidFill>
                  <a:srgbClr val="000000"/>
                </a:solidFill>
              </a:rPr>
              <a:t>The </a:t>
            </a:r>
            <a:r>
              <a:rPr lang="en-US" sz="1600" b="1" err="1">
                <a:solidFill>
                  <a:srgbClr val="000000"/>
                </a:solidFill>
              </a:rPr>
              <a:t>ip</a:t>
            </a:r>
            <a:r>
              <a:rPr lang="en-US" sz="1600">
                <a:solidFill>
                  <a:srgbClr val="000000"/>
                </a:solidFill>
              </a:rPr>
              <a:t> </a:t>
            </a:r>
            <a:r>
              <a:rPr lang="en-US" sz="1600" b="1">
                <a:solidFill>
                  <a:srgbClr val="000000"/>
                </a:solidFill>
              </a:rPr>
              <a:t>access-list</a:t>
            </a:r>
            <a:r>
              <a:rPr lang="en-US" sz="1600">
                <a:solidFill>
                  <a:srgbClr val="000000"/>
                </a:solidFill>
              </a:rPr>
              <a:t> global configuration command is used to create a named ACL, as shown in the following example.</a:t>
            </a:r>
          </a:p>
          <a:p>
            <a:pPr marL="342900" indent="-342900" algn="l">
              <a:buFont typeface="Arial" panose="020B0604020202020204" pitchFamily="34" charset="0"/>
              <a:buChar char="•"/>
            </a:pPr>
            <a:endParaRPr lang="en-US" sz="1600">
              <a:solidFill>
                <a:srgbClr val="000000"/>
              </a:solidFill>
            </a:endParaRPr>
          </a:p>
        </p:txBody>
      </p:sp>
      <p:sp>
        <p:nvSpPr>
          <p:cNvPr id="6" name="Rectangle 5">
            <a:extLst>
              <a:ext uri="{FF2B5EF4-FFF2-40B4-BE49-F238E27FC236}">
                <a16:creationId xmlns:a16="http://schemas.microsoft.com/office/drawing/2014/main" id="{171F2959-C9E6-6F45-9258-2B3BD9A8EF5D}"/>
              </a:ext>
            </a:extLst>
          </p:cNvPr>
          <p:cNvSpPr/>
          <p:nvPr/>
        </p:nvSpPr>
        <p:spPr>
          <a:xfrm>
            <a:off x="593015" y="2796182"/>
            <a:ext cx="7752473" cy="954107"/>
          </a:xfrm>
          <a:prstGeom prst="rect">
            <a:avLst/>
          </a:prstGeom>
          <a:solidFill>
            <a:srgbClr val="000000"/>
          </a:solidFill>
        </p:spPr>
        <p:txBody>
          <a:bodyPr wrap="square">
            <a:spAutoFit/>
          </a:bodyPr>
          <a:lstStyle/>
          <a:p>
            <a:r>
              <a:rPr lang="en-US" sz="1400">
                <a:solidFill>
                  <a:schemeClr val="bg1"/>
                </a:solidFill>
                <a:latin typeface="Courier New" panose="02070309020205020404" pitchFamily="49" charset="0"/>
                <a:cs typeface="Courier New" panose="02070309020205020404" pitchFamily="49" charset="0"/>
              </a:rPr>
              <a:t>R1(config)# </a:t>
            </a:r>
            <a:r>
              <a:rPr lang="en-US" sz="1400" b="1" err="1">
                <a:solidFill>
                  <a:schemeClr val="bg1"/>
                </a:solidFill>
                <a:latin typeface="Courier New" panose="02070309020205020404" pitchFamily="49" charset="0"/>
                <a:cs typeface="Courier New" panose="02070309020205020404" pitchFamily="49" charset="0"/>
              </a:rPr>
              <a:t>ip</a:t>
            </a:r>
            <a:r>
              <a:rPr lang="en-US" sz="1400" b="1">
                <a:solidFill>
                  <a:schemeClr val="bg1"/>
                </a:solidFill>
                <a:latin typeface="Courier New" panose="02070309020205020404" pitchFamily="49" charset="0"/>
                <a:cs typeface="Courier New" panose="02070309020205020404" pitchFamily="49" charset="0"/>
              </a:rPr>
              <a:t> access-list extended FTP-FILTER </a:t>
            </a:r>
          </a:p>
          <a:p>
            <a:r>
              <a:rPr lang="en-US" sz="1400">
                <a:solidFill>
                  <a:schemeClr val="bg1"/>
                </a:solidFill>
                <a:latin typeface="Courier New" panose="02070309020205020404" pitchFamily="49" charset="0"/>
                <a:cs typeface="Courier New" panose="02070309020205020404" pitchFamily="49" charset="0"/>
              </a:rPr>
              <a:t>R1(config-</a:t>
            </a:r>
            <a:r>
              <a:rPr lang="en-US" sz="1400" err="1">
                <a:solidFill>
                  <a:schemeClr val="bg1"/>
                </a:solidFill>
                <a:latin typeface="Courier New" panose="02070309020205020404" pitchFamily="49" charset="0"/>
                <a:cs typeface="Courier New" panose="02070309020205020404" pitchFamily="49" charset="0"/>
              </a:rPr>
              <a:t>ext</a:t>
            </a:r>
            <a:r>
              <a:rPr lang="en-US" sz="1400">
                <a:solidFill>
                  <a:schemeClr val="bg1"/>
                </a:solidFill>
                <a:latin typeface="Courier New" panose="02070309020205020404" pitchFamily="49" charset="0"/>
                <a:cs typeface="Courier New" panose="02070309020205020404" pitchFamily="49" charset="0"/>
              </a:rPr>
              <a:t>-</a:t>
            </a:r>
            <a:r>
              <a:rPr lang="en-US" sz="1400" err="1">
                <a:solidFill>
                  <a:schemeClr val="bg1"/>
                </a:solidFill>
                <a:latin typeface="Courier New" panose="02070309020205020404" pitchFamily="49" charset="0"/>
                <a:cs typeface="Courier New" panose="02070309020205020404" pitchFamily="49" charset="0"/>
              </a:rPr>
              <a:t>nacl</a:t>
            </a:r>
            <a:r>
              <a:rPr lang="en-US" sz="1400">
                <a:solidFill>
                  <a:schemeClr val="bg1"/>
                </a:solidFill>
                <a:latin typeface="Courier New" panose="02070309020205020404" pitchFamily="49" charset="0"/>
                <a:cs typeface="Courier New" panose="02070309020205020404" pitchFamily="49" charset="0"/>
              </a:rPr>
              <a:t>)# </a:t>
            </a:r>
            <a:r>
              <a:rPr lang="en-US" sz="1400" b="1">
                <a:solidFill>
                  <a:schemeClr val="bg1"/>
                </a:solidFill>
                <a:latin typeface="Courier New" panose="02070309020205020404" pitchFamily="49" charset="0"/>
                <a:cs typeface="Courier New" panose="02070309020205020404" pitchFamily="49" charset="0"/>
              </a:rPr>
              <a:t>permit </a:t>
            </a:r>
            <a:r>
              <a:rPr lang="en-US" sz="1400" b="1" err="1">
                <a:solidFill>
                  <a:schemeClr val="bg1"/>
                </a:solidFill>
                <a:latin typeface="Courier New" panose="02070309020205020404" pitchFamily="49" charset="0"/>
                <a:cs typeface="Courier New" panose="02070309020205020404" pitchFamily="49" charset="0"/>
              </a:rPr>
              <a:t>tcp</a:t>
            </a:r>
            <a:r>
              <a:rPr lang="en-US" sz="1400" b="1">
                <a:solidFill>
                  <a:schemeClr val="bg1"/>
                </a:solidFill>
                <a:latin typeface="Courier New" panose="02070309020205020404" pitchFamily="49" charset="0"/>
                <a:cs typeface="Courier New" panose="02070309020205020404" pitchFamily="49" charset="0"/>
              </a:rPr>
              <a:t> 192.168.10.0 0.0.0.255 any eq ftp </a:t>
            </a:r>
          </a:p>
          <a:p>
            <a:r>
              <a:rPr lang="en-US" sz="1400">
                <a:solidFill>
                  <a:schemeClr val="bg1"/>
                </a:solidFill>
                <a:latin typeface="Courier New" panose="02070309020205020404" pitchFamily="49" charset="0"/>
                <a:cs typeface="Courier New" panose="02070309020205020404" pitchFamily="49" charset="0"/>
              </a:rPr>
              <a:t>R1(config-</a:t>
            </a:r>
            <a:r>
              <a:rPr lang="en-US" sz="1400" err="1">
                <a:solidFill>
                  <a:schemeClr val="bg1"/>
                </a:solidFill>
                <a:latin typeface="Courier New" panose="02070309020205020404" pitchFamily="49" charset="0"/>
                <a:cs typeface="Courier New" panose="02070309020205020404" pitchFamily="49" charset="0"/>
              </a:rPr>
              <a:t>ext</a:t>
            </a:r>
            <a:r>
              <a:rPr lang="en-US" sz="1400">
                <a:solidFill>
                  <a:schemeClr val="bg1"/>
                </a:solidFill>
                <a:latin typeface="Courier New" panose="02070309020205020404" pitchFamily="49" charset="0"/>
                <a:cs typeface="Courier New" panose="02070309020205020404" pitchFamily="49" charset="0"/>
              </a:rPr>
              <a:t>-</a:t>
            </a:r>
            <a:r>
              <a:rPr lang="en-US" sz="1400" err="1">
                <a:solidFill>
                  <a:schemeClr val="bg1"/>
                </a:solidFill>
                <a:latin typeface="Courier New" panose="02070309020205020404" pitchFamily="49" charset="0"/>
                <a:cs typeface="Courier New" panose="02070309020205020404" pitchFamily="49" charset="0"/>
              </a:rPr>
              <a:t>nacl</a:t>
            </a:r>
            <a:r>
              <a:rPr lang="en-US" sz="1400">
                <a:solidFill>
                  <a:schemeClr val="bg1"/>
                </a:solidFill>
                <a:latin typeface="Courier New" panose="02070309020205020404" pitchFamily="49" charset="0"/>
                <a:cs typeface="Courier New" panose="02070309020205020404" pitchFamily="49" charset="0"/>
              </a:rPr>
              <a:t>)# </a:t>
            </a:r>
            <a:r>
              <a:rPr lang="en-US" sz="1400" b="1">
                <a:solidFill>
                  <a:schemeClr val="bg1"/>
                </a:solidFill>
                <a:latin typeface="Courier New" panose="02070309020205020404" pitchFamily="49" charset="0"/>
                <a:cs typeface="Courier New" panose="02070309020205020404" pitchFamily="49" charset="0"/>
              </a:rPr>
              <a:t>permit </a:t>
            </a:r>
            <a:r>
              <a:rPr lang="en-US" sz="1400" b="1" err="1">
                <a:solidFill>
                  <a:schemeClr val="bg1"/>
                </a:solidFill>
                <a:latin typeface="Courier New" panose="02070309020205020404" pitchFamily="49" charset="0"/>
                <a:cs typeface="Courier New" panose="02070309020205020404" pitchFamily="49" charset="0"/>
              </a:rPr>
              <a:t>tcp</a:t>
            </a:r>
            <a:r>
              <a:rPr lang="en-US" sz="1400" b="1">
                <a:solidFill>
                  <a:schemeClr val="bg1"/>
                </a:solidFill>
                <a:latin typeface="Courier New" panose="02070309020205020404" pitchFamily="49" charset="0"/>
                <a:cs typeface="Courier New" panose="02070309020205020404" pitchFamily="49" charset="0"/>
              </a:rPr>
              <a:t> 192.168.10.0 0.0.0.255 any eq ftp-data </a:t>
            </a:r>
            <a:r>
              <a:rPr lang="en-US" sz="1400">
                <a:solidFill>
                  <a:schemeClr val="bg1"/>
                </a:solidFill>
                <a:latin typeface="Courier New" panose="02070309020205020404" pitchFamily="49" charset="0"/>
                <a:cs typeface="Courier New" panose="02070309020205020404" pitchFamily="49" charset="0"/>
              </a:rPr>
              <a:t>R1(config-</a:t>
            </a:r>
            <a:r>
              <a:rPr lang="en-US" sz="1400" err="1">
                <a:solidFill>
                  <a:schemeClr val="bg1"/>
                </a:solidFill>
                <a:latin typeface="Courier New" panose="02070309020205020404" pitchFamily="49" charset="0"/>
                <a:cs typeface="Courier New" panose="02070309020205020404" pitchFamily="49" charset="0"/>
              </a:rPr>
              <a:t>ext</a:t>
            </a:r>
            <a:r>
              <a:rPr lang="en-US" sz="1400">
                <a:solidFill>
                  <a:schemeClr val="bg1"/>
                </a:solidFill>
                <a:latin typeface="Courier New" panose="02070309020205020404" pitchFamily="49" charset="0"/>
                <a:cs typeface="Courier New" panose="02070309020205020404" pitchFamily="49" charset="0"/>
              </a:rPr>
              <a:t>-</a:t>
            </a:r>
            <a:r>
              <a:rPr lang="en-US" sz="1400" err="1">
                <a:solidFill>
                  <a:schemeClr val="bg1"/>
                </a:solidFill>
                <a:latin typeface="Courier New" panose="02070309020205020404" pitchFamily="49" charset="0"/>
                <a:cs typeface="Courier New" panose="02070309020205020404" pitchFamily="49" charset="0"/>
              </a:rPr>
              <a:t>nacl</a:t>
            </a:r>
            <a:r>
              <a:rPr lang="en-US" sz="1400">
                <a:solidFill>
                  <a:schemeClr val="bg1"/>
                </a:solidFill>
                <a:latin typeface="Courier New" panose="02070309020205020404" pitchFamily="49" charset="0"/>
                <a:cs typeface="Courier New" panose="02070309020205020404" pitchFamily="49" charset="0"/>
              </a:rPr>
              <a:t>)#</a:t>
            </a:r>
          </a:p>
        </p:txBody>
      </p:sp>
    </p:spTree>
    <p:custDataLst>
      <p:tags r:id="rId1"/>
    </p:custDataLst>
    <p:extLst>
      <p:ext uri="{BB962C8B-B14F-4D97-AF65-F5344CB8AC3E}">
        <p14:creationId xmlns:p14="http://schemas.microsoft.com/office/powerpoint/2010/main" val="25538888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Types of IPv4 ACLs</a:t>
            </a:r>
            <a:br>
              <a:rPr lang="en-US"/>
            </a:br>
            <a:r>
              <a:rPr lang="en-US" sz="2400"/>
              <a:t>Where to Place ACLs</a:t>
            </a:r>
          </a:p>
        </p:txBody>
      </p:sp>
      <p:sp>
        <p:nvSpPr>
          <p:cNvPr id="5" name="Content Placeholder 4">
            <a:extLst>
              <a:ext uri="{FF2B5EF4-FFF2-40B4-BE49-F238E27FC236}">
                <a16:creationId xmlns:a16="http://schemas.microsoft.com/office/drawing/2014/main" id="{2F40977E-DB10-7B46-B4C6-62E17DBF1187}"/>
              </a:ext>
            </a:extLst>
          </p:cNvPr>
          <p:cNvSpPr>
            <a:spLocks noGrp="1"/>
          </p:cNvSpPr>
          <p:nvPr>
            <p:ph idx="1"/>
          </p:nvPr>
        </p:nvSpPr>
        <p:spPr>
          <a:xfrm>
            <a:off x="474663" y="731837"/>
            <a:ext cx="3950582" cy="3689897"/>
          </a:xfrm>
        </p:spPr>
        <p:txBody>
          <a:bodyPr/>
          <a:lstStyle/>
          <a:p>
            <a:pPr marL="342900" indent="-342900" algn="l">
              <a:buFont typeface="Arial" panose="020B0604020202020204" pitchFamily="34" charset="0"/>
              <a:buChar char="•"/>
            </a:pPr>
            <a:r>
              <a:rPr lang="en-US" sz="1600">
                <a:solidFill>
                  <a:srgbClr val="000000"/>
                </a:solidFill>
              </a:rPr>
              <a:t>Every ACL should be placed where it has the greatest impact on efficiency.</a:t>
            </a:r>
          </a:p>
          <a:p>
            <a:pPr marL="342900" indent="-342900" algn="l">
              <a:buFont typeface="Arial" panose="020B0604020202020204" pitchFamily="34" charset="0"/>
              <a:buChar char="•"/>
            </a:pPr>
            <a:r>
              <a:rPr lang="en-US" sz="1600">
                <a:solidFill>
                  <a:srgbClr val="000000"/>
                </a:solidFill>
              </a:rPr>
              <a:t>Extended ACLs should be located as close as possible to the source of the traffic to be filtered.</a:t>
            </a:r>
          </a:p>
          <a:p>
            <a:pPr marL="342900" indent="-342900" algn="l">
              <a:buFont typeface="Arial" panose="020B0604020202020204" pitchFamily="34" charset="0"/>
              <a:buChar char="•"/>
            </a:pPr>
            <a:r>
              <a:rPr lang="en-US" sz="1600">
                <a:solidFill>
                  <a:srgbClr val="000000"/>
                </a:solidFill>
              </a:rPr>
              <a:t>Standard ACLs should be located as close to the destination as possible. </a:t>
            </a:r>
          </a:p>
        </p:txBody>
      </p:sp>
      <p:pic>
        <p:nvPicPr>
          <p:cNvPr id="8" name="Picture 7">
            <a:extLst>
              <a:ext uri="{FF2B5EF4-FFF2-40B4-BE49-F238E27FC236}">
                <a16:creationId xmlns:a16="http://schemas.microsoft.com/office/drawing/2014/main" id="{A9404B20-D4D7-7444-A2E1-081828A6EE02}"/>
              </a:ext>
            </a:extLst>
          </p:cNvPr>
          <p:cNvPicPr>
            <a:picLocks noChangeAspect="1"/>
          </p:cNvPicPr>
          <p:nvPr/>
        </p:nvPicPr>
        <p:blipFill>
          <a:blip r:embed="rId4"/>
          <a:stretch>
            <a:fillRect/>
          </a:stretch>
        </p:blipFill>
        <p:spPr>
          <a:xfrm>
            <a:off x="4572000" y="1054902"/>
            <a:ext cx="4445168" cy="3043767"/>
          </a:xfrm>
          <a:prstGeom prst="rect">
            <a:avLst/>
          </a:prstGeom>
        </p:spPr>
      </p:pic>
    </p:spTree>
    <p:custDataLst>
      <p:tags r:id="rId1"/>
    </p:custDataLst>
    <p:extLst>
      <p:ext uri="{BB962C8B-B14F-4D97-AF65-F5344CB8AC3E}">
        <p14:creationId xmlns:p14="http://schemas.microsoft.com/office/powerpoint/2010/main" val="41884973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Types of IPv4 ACLs</a:t>
            </a:r>
            <a:br>
              <a:rPr lang="en-US"/>
            </a:br>
            <a:r>
              <a:rPr lang="en-US" sz="2400"/>
              <a:t>Where to Place ACLs (Cont.)</a:t>
            </a:r>
          </a:p>
        </p:txBody>
      </p:sp>
      <p:graphicFrame>
        <p:nvGraphicFramePr>
          <p:cNvPr id="6" name="Content Placeholder 5">
            <a:extLst>
              <a:ext uri="{FF2B5EF4-FFF2-40B4-BE49-F238E27FC236}">
                <a16:creationId xmlns:a16="http://schemas.microsoft.com/office/drawing/2014/main" id="{59E6494A-3D68-104F-B3BE-CB84E1B89184}"/>
              </a:ext>
            </a:extLst>
          </p:cNvPr>
          <p:cNvGraphicFramePr>
            <a:graphicFrameLocks noGrp="1"/>
          </p:cNvGraphicFramePr>
          <p:nvPr>
            <p:ph idx="1"/>
            <p:extLst>
              <p:ext uri="{D42A27DB-BD31-4B8C-83A1-F6EECF244321}">
                <p14:modId xmlns:p14="http://schemas.microsoft.com/office/powerpoint/2010/main" val="585314733"/>
              </p:ext>
            </p:extLst>
          </p:nvPr>
        </p:nvGraphicFramePr>
        <p:xfrm>
          <a:off x="431800" y="1240657"/>
          <a:ext cx="8280400" cy="3003550"/>
        </p:xfrm>
        <a:graphic>
          <a:graphicData uri="http://schemas.openxmlformats.org/drawingml/2006/table">
            <a:tbl>
              <a:tblPr firstRow="1" bandRow="1">
                <a:tableStyleId>{5C22544A-7EE6-4342-B048-85BDC9FD1C3A}</a:tableStyleId>
              </a:tblPr>
              <a:tblGrid>
                <a:gridCol w="3620911">
                  <a:extLst>
                    <a:ext uri="{9D8B030D-6E8A-4147-A177-3AD203B41FA5}">
                      <a16:colId xmlns:a16="http://schemas.microsoft.com/office/drawing/2014/main" val="2547512192"/>
                    </a:ext>
                  </a:extLst>
                </a:gridCol>
                <a:gridCol w="4659489">
                  <a:extLst>
                    <a:ext uri="{9D8B030D-6E8A-4147-A177-3AD203B41FA5}">
                      <a16:colId xmlns:a16="http://schemas.microsoft.com/office/drawing/2014/main" val="2374889655"/>
                    </a:ext>
                  </a:extLst>
                </a:gridCol>
              </a:tblGrid>
              <a:tr h="370840">
                <a:tc>
                  <a:txBody>
                    <a:bodyPr/>
                    <a:lstStyle/>
                    <a:p>
                      <a:pPr algn="l" fontAlgn="ctr"/>
                      <a:r>
                        <a:rPr lang="en-US" sz="1400" b="1">
                          <a:effectLst/>
                        </a:rPr>
                        <a:t>Factors Influencing ACL Placement</a:t>
                      </a:r>
                      <a:endParaRPr lang="en-US" sz="1400">
                        <a:effectLst/>
                      </a:endParaRPr>
                    </a:p>
                  </a:txBody>
                  <a:tcPr marL="47625" marR="47625" marT="47625" marB="47625" anchor="ctr"/>
                </a:tc>
                <a:tc>
                  <a:txBody>
                    <a:bodyPr/>
                    <a:lstStyle/>
                    <a:p>
                      <a:pPr algn="l" fontAlgn="ctr"/>
                      <a:r>
                        <a:rPr lang="en-US" sz="1400" b="1">
                          <a:effectLst/>
                        </a:rPr>
                        <a:t>Explanation</a:t>
                      </a:r>
                      <a:endParaRPr lang="en-US" sz="1400">
                        <a:effectLst/>
                      </a:endParaRPr>
                    </a:p>
                  </a:txBody>
                  <a:tcPr marL="47625" marR="47625" marT="47625" marB="47625" anchor="ctr"/>
                </a:tc>
                <a:extLst>
                  <a:ext uri="{0D108BD9-81ED-4DB2-BD59-A6C34878D82A}">
                    <a16:rowId xmlns:a16="http://schemas.microsoft.com/office/drawing/2014/main" val="3900911890"/>
                  </a:ext>
                </a:extLst>
              </a:tr>
              <a:tr h="370840">
                <a:tc>
                  <a:txBody>
                    <a:bodyPr/>
                    <a:lstStyle/>
                    <a:p>
                      <a:pPr fontAlgn="ctr"/>
                      <a:r>
                        <a:rPr lang="en-US" sz="1400" b="1">
                          <a:effectLst/>
                        </a:rPr>
                        <a:t>The extent of organizational control</a:t>
                      </a:r>
                      <a:endParaRPr lang="en-US" sz="1400" b="0">
                        <a:effectLst/>
                      </a:endParaRPr>
                    </a:p>
                  </a:txBody>
                  <a:tcPr marL="47625" marR="47625" marT="47625" marB="47625" anchor="ctr"/>
                </a:tc>
                <a:tc>
                  <a:txBody>
                    <a:bodyPr/>
                    <a:lstStyle/>
                    <a:p>
                      <a:pPr fontAlgn="ctr"/>
                      <a:r>
                        <a:rPr lang="en-US" sz="1400" b="0">
                          <a:effectLst/>
                        </a:rPr>
                        <a:t>Placement of the ACL can depend on whether or not the organization has control of both the source and destination networks.</a:t>
                      </a:r>
                    </a:p>
                  </a:txBody>
                  <a:tcPr marL="47625" marR="47625" marT="47625" marB="47625" anchor="ctr"/>
                </a:tc>
                <a:extLst>
                  <a:ext uri="{0D108BD9-81ED-4DB2-BD59-A6C34878D82A}">
                    <a16:rowId xmlns:a16="http://schemas.microsoft.com/office/drawing/2014/main" val="698838820"/>
                  </a:ext>
                </a:extLst>
              </a:tr>
              <a:tr h="370840">
                <a:tc>
                  <a:txBody>
                    <a:bodyPr/>
                    <a:lstStyle/>
                    <a:p>
                      <a:pPr fontAlgn="ctr"/>
                      <a:r>
                        <a:rPr lang="en-US" sz="1400" b="1">
                          <a:effectLst/>
                        </a:rPr>
                        <a:t>Bandwidth of the networks involved</a:t>
                      </a:r>
                      <a:endParaRPr lang="en-US" sz="1400" b="0">
                        <a:effectLst/>
                      </a:endParaRPr>
                    </a:p>
                  </a:txBody>
                  <a:tcPr marL="47625" marR="47625" marT="47625" marB="47625" anchor="ctr"/>
                </a:tc>
                <a:tc>
                  <a:txBody>
                    <a:bodyPr/>
                    <a:lstStyle/>
                    <a:p>
                      <a:pPr fontAlgn="ctr"/>
                      <a:r>
                        <a:rPr lang="en-US" sz="1400" b="0">
                          <a:effectLst/>
                        </a:rPr>
                        <a:t>It may be desirable to filter unwanted traffic at the source to prevent transmission of bandwidth-consuming traffic.</a:t>
                      </a:r>
                    </a:p>
                  </a:txBody>
                  <a:tcPr marL="47625" marR="47625" marT="47625" marB="47625" anchor="ctr"/>
                </a:tc>
                <a:extLst>
                  <a:ext uri="{0D108BD9-81ED-4DB2-BD59-A6C34878D82A}">
                    <a16:rowId xmlns:a16="http://schemas.microsoft.com/office/drawing/2014/main" val="3138060137"/>
                  </a:ext>
                </a:extLst>
              </a:tr>
              <a:tr h="370840">
                <a:tc>
                  <a:txBody>
                    <a:bodyPr/>
                    <a:lstStyle/>
                    <a:p>
                      <a:pPr fontAlgn="ctr"/>
                      <a:r>
                        <a:rPr lang="en-US" sz="1400" b="1">
                          <a:effectLst/>
                        </a:rPr>
                        <a:t>Ease of configuration</a:t>
                      </a:r>
                      <a:endParaRPr lang="en-US" sz="1400" b="0">
                        <a:effectLst/>
                      </a:endParaRPr>
                    </a:p>
                  </a:txBody>
                  <a:tcPr marL="47625" marR="47625" marT="47625" marB="47625" anchor="ctr"/>
                </a:tc>
                <a:tc>
                  <a:txBody>
                    <a:bodyPr/>
                    <a:lstStyle/>
                    <a:p>
                      <a:pPr fontAlgn="ctr">
                        <a:buFont typeface="Arial" panose="020B0604020202020204" pitchFamily="34" charset="0"/>
                        <a:buChar char="•"/>
                      </a:pPr>
                      <a:r>
                        <a:rPr lang="en-US" sz="1400" b="0">
                          <a:effectLst/>
                        </a:rPr>
                        <a:t>It may be easier to implement an ACL at the destination, but traffic will use bandwidth unnecessarily.</a:t>
                      </a:r>
                    </a:p>
                    <a:p>
                      <a:pPr fontAlgn="ctr">
                        <a:buFont typeface="Arial" panose="020B0604020202020204" pitchFamily="34" charset="0"/>
                        <a:buChar char="•"/>
                      </a:pPr>
                      <a:r>
                        <a:rPr lang="en-US" sz="1400" b="0">
                          <a:effectLst/>
                        </a:rPr>
                        <a:t>An extended ACL could be used on each router where the traffic originated. This would save bandwidth by filtering the traffic at the source, but it would require creating extended ACLs on multiple routers.</a:t>
                      </a:r>
                    </a:p>
                  </a:txBody>
                  <a:tcPr marL="47625" marR="47625" marT="47625" marB="47625" anchor="ctr"/>
                </a:tc>
                <a:extLst>
                  <a:ext uri="{0D108BD9-81ED-4DB2-BD59-A6C34878D82A}">
                    <a16:rowId xmlns:a16="http://schemas.microsoft.com/office/drawing/2014/main" val="1061477008"/>
                  </a:ext>
                </a:extLst>
              </a:tr>
            </a:tbl>
          </a:graphicData>
        </a:graphic>
      </p:graphicFrame>
    </p:spTree>
    <p:custDataLst>
      <p:tags r:id="rId1"/>
    </p:custDataLst>
    <p:extLst>
      <p:ext uri="{BB962C8B-B14F-4D97-AF65-F5344CB8AC3E}">
        <p14:creationId xmlns:p14="http://schemas.microsoft.com/office/powerpoint/2010/main" val="28705101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Types of IPv4 ACLs</a:t>
            </a:r>
            <a:br>
              <a:rPr lang="en-US"/>
            </a:br>
            <a:r>
              <a:rPr lang="en-US" sz="2400"/>
              <a:t>Standard ACL Placement Example</a:t>
            </a:r>
          </a:p>
        </p:txBody>
      </p:sp>
      <p:sp>
        <p:nvSpPr>
          <p:cNvPr id="4" name="Content Placeholder 3">
            <a:extLst>
              <a:ext uri="{FF2B5EF4-FFF2-40B4-BE49-F238E27FC236}">
                <a16:creationId xmlns:a16="http://schemas.microsoft.com/office/drawing/2014/main" id="{1A6CB395-1298-194E-B43A-F3E254D84166}"/>
              </a:ext>
            </a:extLst>
          </p:cNvPr>
          <p:cNvSpPr>
            <a:spLocks noGrp="1"/>
          </p:cNvSpPr>
          <p:nvPr>
            <p:ph idx="1"/>
          </p:nvPr>
        </p:nvSpPr>
        <p:spPr>
          <a:xfrm>
            <a:off x="474662" y="731837"/>
            <a:ext cx="3465160" cy="3689897"/>
          </a:xfrm>
        </p:spPr>
        <p:txBody>
          <a:bodyPr/>
          <a:lstStyle/>
          <a:p>
            <a:pPr marL="0" indent="0" algn="l"/>
            <a:r>
              <a:rPr lang="en-US" sz="1600">
                <a:solidFill>
                  <a:srgbClr val="000000"/>
                </a:solidFill>
              </a:rPr>
              <a:t>In the figure, the administrator wants to prevent traffic originating in the 192.168.10.0/24 network from reaching the 192.168.30.0/24 network.</a:t>
            </a:r>
          </a:p>
          <a:p>
            <a:pPr marL="0" indent="0" algn="l"/>
            <a:endParaRPr lang="en-US" sz="1600">
              <a:solidFill>
                <a:srgbClr val="000000"/>
              </a:solidFill>
            </a:endParaRPr>
          </a:p>
          <a:p>
            <a:pPr marL="0" indent="0" algn="l"/>
            <a:r>
              <a:rPr lang="en-US" sz="1600">
                <a:solidFill>
                  <a:srgbClr val="000000"/>
                </a:solidFill>
              </a:rPr>
              <a:t>Following the basic placement guidelines, the administrator would place a standard ACL on router R3. </a:t>
            </a:r>
          </a:p>
        </p:txBody>
      </p:sp>
      <p:pic>
        <p:nvPicPr>
          <p:cNvPr id="7" name="Picture 6">
            <a:extLst>
              <a:ext uri="{FF2B5EF4-FFF2-40B4-BE49-F238E27FC236}">
                <a16:creationId xmlns:a16="http://schemas.microsoft.com/office/drawing/2014/main" id="{AE134E9C-D50A-A747-AB42-4921CC0486C1}"/>
              </a:ext>
            </a:extLst>
          </p:cNvPr>
          <p:cNvPicPr>
            <a:picLocks noChangeAspect="1"/>
          </p:cNvPicPr>
          <p:nvPr/>
        </p:nvPicPr>
        <p:blipFill>
          <a:blip r:embed="rId4"/>
          <a:stretch>
            <a:fillRect/>
          </a:stretch>
        </p:blipFill>
        <p:spPr>
          <a:xfrm>
            <a:off x="3939822" y="947296"/>
            <a:ext cx="4823027" cy="3258979"/>
          </a:xfrm>
          <a:prstGeom prst="rect">
            <a:avLst/>
          </a:prstGeom>
        </p:spPr>
      </p:pic>
      <p:sp>
        <p:nvSpPr>
          <p:cNvPr id="2" name="Ovál 1">
            <a:extLst>
              <a:ext uri="{FF2B5EF4-FFF2-40B4-BE49-F238E27FC236}">
                <a16:creationId xmlns:a16="http://schemas.microsoft.com/office/drawing/2014/main" id="{0B578C41-A839-5440-82B5-C14EA75FF36C}"/>
              </a:ext>
            </a:extLst>
          </p:cNvPr>
          <p:cNvSpPr/>
          <p:nvPr/>
        </p:nvSpPr>
        <p:spPr>
          <a:xfrm>
            <a:off x="6186635" y="2584226"/>
            <a:ext cx="1450784" cy="1837508"/>
          </a:xfrm>
          <a:prstGeom prst="ellipse">
            <a:avLst/>
          </a:prstGeom>
          <a:noFill/>
          <a:ln>
            <a:solidFill>
              <a:srgbClr val="0000CC"/>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ál 5">
            <a:extLst>
              <a:ext uri="{FF2B5EF4-FFF2-40B4-BE49-F238E27FC236}">
                <a16:creationId xmlns:a16="http://schemas.microsoft.com/office/drawing/2014/main" id="{CA98196E-EDF9-5049-BC20-ECD884C9FB9C}"/>
              </a:ext>
            </a:extLst>
          </p:cNvPr>
          <p:cNvSpPr/>
          <p:nvPr/>
        </p:nvSpPr>
        <p:spPr>
          <a:xfrm>
            <a:off x="3966479" y="2584226"/>
            <a:ext cx="1450784" cy="1837508"/>
          </a:xfrm>
          <a:prstGeom prst="ellipse">
            <a:avLst/>
          </a:prstGeom>
          <a:noFill/>
          <a:ln>
            <a:solidFill>
              <a:srgbClr val="FF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Symbol „zákaz“ 4">
            <a:extLst>
              <a:ext uri="{FF2B5EF4-FFF2-40B4-BE49-F238E27FC236}">
                <a16:creationId xmlns:a16="http://schemas.microsoft.com/office/drawing/2014/main" id="{521C3B33-940D-2B45-8BA1-8A40D2CB339A}"/>
              </a:ext>
            </a:extLst>
          </p:cNvPr>
          <p:cNvSpPr/>
          <p:nvPr/>
        </p:nvSpPr>
        <p:spPr>
          <a:xfrm>
            <a:off x="7132320" y="1593669"/>
            <a:ext cx="191589" cy="209005"/>
          </a:xfrm>
          <a:prstGeom prst="noSmoking">
            <a:avLst/>
          </a:prstGeom>
          <a:solidFill>
            <a:srgbClr val="C00000"/>
          </a:solidFill>
          <a:ln>
            <a:solidFill>
              <a:schemeClr val="accent2">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Šípka doprava 7">
            <a:extLst>
              <a:ext uri="{FF2B5EF4-FFF2-40B4-BE49-F238E27FC236}">
                <a16:creationId xmlns:a16="http://schemas.microsoft.com/office/drawing/2014/main" id="{3B03A95C-1C5D-764F-92BF-BDE12608A296}"/>
              </a:ext>
            </a:extLst>
          </p:cNvPr>
          <p:cNvSpPr/>
          <p:nvPr/>
        </p:nvSpPr>
        <p:spPr>
          <a:xfrm>
            <a:off x="6772690" y="2584226"/>
            <a:ext cx="278674" cy="174172"/>
          </a:xfrm>
          <a:prstGeom prst="rightArrow">
            <a:avLst/>
          </a:pr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6123600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500" fill="hold"/>
                                        <p:tgtEl>
                                          <p:spTgt spid="8"/>
                                        </p:tgtEl>
                                        <p:attrNameLst>
                                          <p:attrName>ppt_x</p:attrName>
                                        </p:attrNameLst>
                                      </p:cBhvr>
                                      <p:tavLst>
                                        <p:tav tm="0">
                                          <p:val>
                                            <p:strVal val="#ppt_x"/>
                                          </p:val>
                                        </p:tav>
                                        <p:tav tm="100000">
                                          <p:val>
                                            <p:strVal val="#ppt_x"/>
                                          </p:val>
                                        </p:tav>
                                      </p:tavLst>
                                    </p:anim>
                                    <p:anim calcmode="lin" valueType="num">
                                      <p:cBhvr additive="base">
                                        <p:cTn id="1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Types of IPv4 ACLs</a:t>
            </a:r>
            <a:br>
              <a:rPr lang="en-US"/>
            </a:br>
            <a:r>
              <a:rPr lang="en-US" sz="2400"/>
              <a:t>Standard ACL Placement Example (Cont.)</a:t>
            </a:r>
          </a:p>
        </p:txBody>
      </p:sp>
      <p:sp>
        <p:nvSpPr>
          <p:cNvPr id="4" name="Content Placeholder 3">
            <a:extLst>
              <a:ext uri="{FF2B5EF4-FFF2-40B4-BE49-F238E27FC236}">
                <a16:creationId xmlns:a16="http://schemas.microsoft.com/office/drawing/2014/main" id="{1A6CB395-1298-194E-B43A-F3E254D84166}"/>
              </a:ext>
            </a:extLst>
          </p:cNvPr>
          <p:cNvSpPr>
            <a:spLocks noGrp="1"/>
          </p:cNvSpPr>
          <p:nvPr>
            <p:ph idx="1"/>
          </p:nvPr>
        </p:nvSpPr>
        <p:spPr>
          <a:xfrm>
            <a:off x="474663" y="731837"/>
            <a:ext cx="4097338" cy="3689897"/>
          </a:xfrm>
        </p:spPr>
        <p:txBody>
          <a:bodyPr lIns="91420" tIns="45710" rIns="91420" bIns="45710" anchor="t">
            <a:noAutofit/>
          </a:bodyPr>
          <a:lstStyle/>
          <a:p>
            <a:pPr marL="0" indent="0" algn="l"/>
            <a:r>
              <a:rPr lang="en-US" sz="1600" dirty="0">
                <a:solidFill>
                  <a:srgbClr val="000000"/>
                </a:solidFill>
                <a:ea typeface="ＭＳ Ｐゴシック"/>
              </a:rPr>
              <a:t>There are two possible interfaces on R3 to apply the standard ACL:</a:t>
            </a:r>
          </a:p>
          <a:p>
            <a:pPr marL="342900" indent="-342900" algn="l">
              <a:buFont typeface="Arial" panose="020B0604020202020204" pitchFamily="34" charset="0"/>
              <a:buChar char="•"/>
            </a:pPr>
            <a:r>
              <a:rPr lang="en-US" sz="1400" b="1" dirty="0">
                <a:solidFill>
                  <a:srgbClr val="000000"/>
                </a:solidFill>
                <a:ea typeface="ＭＳ Ｐゴシック"/>
              </a:rPr>
              <a:t>R3 S0/1/1 interface</a:t>
            </a:r>
            <a:r>
              <a:rPr lang="en-US" sz="1400" dirty="0">
                <a:solidFill>
                  <a:srgbClr val="000000"/>
                </a:solidFill>
                <a:ea typeface="ＭＳ Ｐゴシック"/>
              </a:rPr>
              <a:t> </a:t>
            </a:r>
            <a:r>
              <a:rPr lang="en-US" sz="1400" b="1" dirty="0">
                <a:solidFill>
                  <a:srgbClr val="000000"/>
                </a:solidFill>
                <a:ea typeface="ＭＳ Ｐゴシック"/>
              </a:rPr>
              <a:t>(inbound)</a:t>
            </a:r>
            <a:r>
              <a:rPr lang="en-US" sz="1400" dirty="0">
                <a:solidFill>
                  <a:srgbClr val="000000"/>
                </a:solidFill>
                <a:ea typeface="ＭＳ Ｐゴシック"/>
              </a:rPr>
              <a:t> - The standard ACL can be applied inbound on the R3 S0/1/1 interface to deny traffic from .10 network. However, it would also filter .10 traffic to the 192.168.31.0/24 (.31 in this example) network. Therefore, the standard ACL should not be applied to this interface.</a:t>
            </a:r>
          </a:p>
          <a:p>
            <a:pPr marL="342900" indent="-342900" algn="l">
              <a:buFont typeface="Arial" panose="020B0604020202020204" pitchFamily="34" charset="0"/>
              <a:buChar char="•"/>
            </a:pPr>
            <a:r>
              <a:rPr lang="en-US" sz="1400" b="1" dirty="0">
                <a:solidFill>
                  <a:srgbClr val="000000"/>
                </a:solidFill>
                <a:ea typeface="ＭＳ Ｐゴシック"/>
              </a:rPr>
              <a:t>R3 G0/0/0 interface</a:t>
            </a:r>
            <a:r>
              <a:rPr lang="en-US" sz="1400" dirty="0">
                <a:solidFill>
                  <a:srgbClr val="000000"/>
                </a:solidFill>
                <a:ea typeface="ＭＳ Ｐゴシック"/>
              </a:rPr>
              <a:t> </a:t>
            </a:r>
            <a:r>
              <a:rPr lang="en-US" sz="1400" b="1" dirty="0">
                <a:solidFill>
                  <a:srgbClr val="000000"/>
                </a:solidFill>
                <a:ea typeface="ＭＳ Ｐゴシック"/>
              </a:rPr>
              <a:t>(outbound)</a:t>
            </a:r>
            <a:r>
              <a:rPr lang="en-US" sz="1400" dirty="0">
                <a:solidFill>
                  <a:srgbClr val="000000"/>
                </a:solidFill>
                <a:ea typeface="ＭＳ Ｐゴシック"/>
              </a:rPr>
              <a:t> - The standard ACL can be applied outbound on the R3 G0/0/0 interface. This will not affect other networks that are reachable by R3. Packets from .10 network will still be able to reach the .31 network. </a:t>
            </a:r>
            <a:r>
              <a:rPr lang="en-US" sz="1400" dirty="0">
                <a:solidFill>
                  <a:schemeClr val="bg2">
                    <a:lumMod val="75000"/>
                  </a:schemeClr>
                </a:solidFill>
                <a:ea typeface="ＭＳ Ｐゴシック"/>
              </a:rPr>
              <a:t>This is the best interface</a:t>
            </a:r>
            <a:r>
              <a:rPr lang="en-US" sz="1400" dirty="0">
                <a:solidFill>
                  <a:srgbClr val="000000"/>
                </a:solidFill>
                <a:ea typeface="ＭＳ Ｐゴシック"/>
              </a:rPr>
              <a:t> to place the standard ACL to meet the traffic requirements.</a:t>
            </a:r>
          </a:p>
          <a:p>
            <a:pPr marL="342900" indent="-342900" algn="l">
              <a:buFont typeface="Arial" panose="020B0604020202020204" pitchFamily="34" charset="0"/>
              <a:buChar char="•"/>
            </a:pPr>
            <a:endParaRPr lang="en-US" sz="1600">
              <a:solidFill>
                <a:srgbClr val="000000"/>
              </a:solidFill>
            </a:endParaRPr>
          </a:p>
        </p:txBody>
      </p:sp>
      <p:pic>
        <p:nvPicPr>
          <p:cNvPr id="2" name="Picture 1">
            <a:extLst>
              <a:ext uri="{FF2B5EF4-FFF2-40B4-BE49-F238E27FC236}">
                <a16:creationId xmlns:a16="http://schemas.microsoft.com/office/drawing/2014/main" id="{0632ED12-CB09-4110-8785-464D2A510892}"/>
              </a:ext>
            </a:extLst>
          </p:cNvPr>
          <p:cNvPicPr>
            <a:picLocks noChangeAspect="1"/>
          </p:cNvPicPr>
          <p:nvPr/>
        </p:nvPicPr>
        <p:blipFill>
          <a:blip r:embed="rId4"/>
          <a:stretch>
            <a:fillRect/>
          </a:stretch>
        </p:blipFill>
        <p:spPr>
          <a:xfrm>
            <a:off x="4572000" y="1253612"/>
            <a:ext cx="4196507" cy="2838346"/>
          </a:xfrm>
          <a:prstGeom prst="rect">
            <a:avLst/>
          </a:prstGeom>
        </p:spPr>
      </p:pic>
    </p:spTree>
    <p:custDataLst>
      <p:tags r:id="rId1"/>
    </p:custDataLst>
    <p:extLst>
      <p:ext uri="{BB962C8B-B14F-4D97-AF65-F5344CB8AC3E}">
        <p14:creationId xmlns:p14="http://schemas.microsoft.com/office/powerpoint/2010/main" val="26632407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Types of IPv4 ACLs</a:t>
            </a:r>
            <a:br>
              <a:rPr lang="en-US"/>
            </a:br>
            <a:r>
              <a:rPr lang="en-US" sz="2400"/>
              <a:t>Extended ACL Placement Example</a:t>
            </a:r>
          </a:p>
        </p:txBody>
      </p:sp>
      <p:sp>
        <p:nvSpPr>
          <p:cNvPr id="5" name="Content Placeholder 4">
            <a:extLst>
              <a:ext uri="{FF2B5EF4-FFF2-40B4-BE49-F238E27FC236}">
                <a16:creationId xmlns:a16="http://schemas.microsoft.com/office/drawing/2014/main" id="{8C29435F-8456-FC4A-9378-9591DF359F98}"/>
              </a:ext>
            </a:extLst>
          </p:cNvPr>
          <p:cNvSpPr>
            <a:spLocks noGrp="1"/>
          </p:cNvSpPr>
          <p:nvPr>
            <p:ph idx="1"/>
          </p:nvPr>
        </p:nvSpPr>
        <p:spPr>
          <a:xfrm>
            <a:off x="282349" y="731837"/>
            <a:ext cx="4391251" cy="3689897"/>
          </a:xfrm>
        </p:spPr>
        <p:txBody>
          <a:bodyPr/>
          <a:lstStyle/>
          <a:p>
            <a:pPr marL="342900" indent="-342900" algn="l">
              <a:buFont typeface="Arial" panose="020B0604020202020204" pitchFamily="34" charset="0"/>
              <a:buChar char="•"/>
            </a:pPr>
            <a:r>
              <a:rPr lang="en-US" sz="1600">
                <a:solidFill>
                  <a:srgbClr val="000000"/>
                </a:solidFill>
              </a:rPr>
              <a:t>Extended ACLs should be located as close to the source as possible.</a:t>
            </a:r>
          </a:p>
          <a:p>
            <a:pPr marL="342900" indent="-342900" algn="l">
              <a:buFont typeface="Arial" panose="020B0604020202020204" pitchFamily="34" charset="0"/>
              <a:buChar char="•"/>
            </a:pPr>
            <a:r>
              <a:rPr lang="en-US" sz="1600">
                <a:solidFill>
                  <a:srgbClr val="000000"/>
                </a:solidFill>
              </a:rPr>
              <a:t>However, the organization can only place ACLs on devices that they control. Therefore, the extended ACL placement must be determined in the context of where organizational control extends.</a:t>
            </a:r>
          </a:p>
          <a:p>
            <a:pPr marL="342900" indent="-342900" algn="l">
              <a:buFont typeface="Arial" panose="020B0604020202020204" pitchFamily="34" charset="0"/>
              <a:buChar char="•"/>
            </a:pPr>
            <a:r>
              <a:rPr lang="en-US" sz="1600">
                <a:solidFill>
                  <a:srgbClr val="000000"/>
                </a:solidFill>
              </a:rPr>
              <a:t>In the figure, for example, Company A wants to deny Telnet and FTP traffic to Company B’s 192.168.30.0/24 network from their 192.168.11.0/24 network, while permitting all other traffic.</a:t>
            </a:r>
          </a:p>
          <a:p>
            <a:pPr marL="342900" indent="-342900" algn="l">
              <a:buFont typeface="Arial" panose="020B0604020202020204" pitchFamily="34" charset="0"/>
              <a:buChar char="•"/>
            </a:pPr>
            <a:endParaRPr lang="en-US" sz="1600">
              <a:solidFill>
                <a:srgbClr val="000000"/>
              </a:solidFill>
            </a:endParaRPr>
          </a:p>
        </p:txBody>
      </p:sp>
      <p:pic>
        <p:nvPicPr>
          <p:cNvPr id="8" name="Picture 7">
            <a:extLst>
              <a:ext uri="{FF2B5EF4-FFF2-40B4-BE49-F238E27FC236}">
                <a16:creationId xmlns:a16="http://schemas.microsoft.com/office/drawing/2014/main" id="{3E8A81FF-B9D5-D64A-AF48-208DCD6F84C4}"/>
              </a:ext>
            </a:extLst>
          </p:cNvPr>
          <p:cNvPicPr>
            <a:picLocks noChangeAspect="1"/>
          </p:cNvPicPr>
          <p:nvPr/>
        </p:nvPicPr>
        <p:blipFill>
          <a:blip r:embed="rId4"/>
          <a:stretch>
            <a:fillRect/>
          </a:stretch>
        </p:blipFill>
        <p:spPr>
          <a:xfrm>
            <a:off x="4572000" y="1049257"/>
            <a:ext cx="4391251" cy="3055056"/>
          </a:xfrm>
          <a:prstGeom prst="rect">
            <a:avLst/>
          </a:prstGeom>
        </p:spPr>
      </p:pic>
      <p:sp>
        <p:nvSpPr>
          <p:cNvPr id="6" name="Ovál 5">
            <a:extLst>
              <a:ext uri="{FF2B5EF4-FFF2-40B4-BE49-F238E27FC236}">
                <a16:creationId xmlns:a16="http://schemas.microsoft.com/office/drawing/2014/main" id="{92AC871D-9790-3E44-9F82-91E6327F023C}"/>
              </a:ext>
            </a:extLst>
          </p:cNvPr>
          <p:cNvSpPr/>
          <p:nvPr/>
        </p:nvSpPr>
        <p:spPr>
          <a:xfrm>
            <a:off x="6464865" y="2571750"/>
            <a:ext cx="1450784" cy="1837508"/>
          </a:xfrm>
          <a:prstGeom prst="ellipse">
            <a:avLst/>
          </a:prstGeom>
          <a:noFill/>
          <a:ln>
            <a:solidFill>
              <a:srgbClr val="0000CC"/>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ál 6">
            <a:extLst>
              <a:ext uri="{FF2B5EF4-FFF2-40B4-BE49-F238E27FC236}">
                <a16:creationId xmlns:a16="http://schemas.microsoft.com/office/drawing/2014/main" id="{A8F9899F-EE9C-C54F-B0C5-1A05917D432B}"/>
              </a:ext>
            </a:extLst>
          </p:cNvPr>
          <p:cNvSpPr/>
          <p:nvPr/>
        </p:nvSpPr>
        <p:spPr>
          <a:xfrm>
            <a:off x="5316841" y="2584226"/>
            <a:ext cx="1450784" cy="1837508"/>
          </a:xfrm>
          <a:prstGeom prst="ellipse">
            <a:avLst/>
          </a:prstGeom>
          <a:noFill/>
          <a:ln>
            <a:solidFill>
              <a:srgbClr val="FF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ymbol „zákaz“ 8">
            <a:extLst>
              <a:ext uri="{FF2B5EF4-FFF2-40B4-BE49-F238E27FC236}">
                <a16:creationId xmlns:a16="http://schemas.microsoft.com/office/drawing/2014/main" id="{5B8ABF5F-2997-504F-891F-294BF906FF4B}"/>
              </a:ext>
            </a:extLst>
          </p:cNvPr>
          <p:cNvSpPr/>
          <p:nvPr/>
        </p:nvSpPr>
        <p:spPr>
          <a:xfrm>
            <a:off x="5473438" y="1720069"/>
            <a:ext cx="191589" cy="209005"/>
          </a:xfrm>
          <a:prstGeom prst="noSmoking">
            <a:avLst/>
          </a:prstGeom>
          <a:solidFill>
            <a:srgbClr val="C00000"/>
          </a:solidFill>
          <a:ln>
            <a:solidFill>
              <a:schemeClr val="accent2">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Šípka doprava 9">
            <a:extLst>
              <a:ext uri="{FF2B5EF4-FFF2-40B4-BE49-F238E27FC236}">
                <a16:creationId xmlns:a16="http://schemas.microsoft.com/office/drawing/2014/main" id="{A09DEBD4-695B-8C42-8929-8161787A9FBF}"/>
              </a:ext>
            </a:extLst>
          </p:cNvPr>
          <p:cNvSpPr/>
          <p:nvPr/>
        </p:nvSpPr>
        <p:spPr>
          <a:xfrm>
            <a:off x="5484949" y="2584226"/>
            <a:ext cx="278674" cy="174172"/>
          </a:xfrm>
          <a:prstGeom prst="rightArrow">
            <a:avLst/>
          </a:pr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39467006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a:t>Types of IPv4 ACLs</a:t>
            </a:r>
            <a:br>
              <a:rPr lang="en-US"/>
            </a:br>
            <a:r>
              <a:rPr lang="en-US" sz="2400"/>
              <a:t>Extended ACL Placement Example (Cont.)</a:t>
            </a:r>
          </a:p>
        </p:txBody>
      </p:sp>
      <p:sp>
        <p:nvSpPr>
          <p:cNvPr id="4" name="Content Placeholder 3">
            <a:extLst>
              <a:ext uri="{FF2B5EF4-FFF2-40B4-BE49-F238E27FC236}">
                <a16:creationId xmlns:a16="http://schemas.microsoft.com/office/drawing/2014/main" id="{30A5D18E-D7A8-7548-988C-C4ED8FC9E574}"/>
              </a:ext>
            </a:extLst>
          </p:cNvPr>
          <p:cNvSpPr>
            <a:spLocks noGrp="1"/>
          </p:cNvSpPr>
          <p:nvPr>
            <p:ph idx="1"/>
          </p:nvPr>
        </p:nvSpPr>
        <p:spPr>
          <a:xfrm>
            <a:off x="245709" y="731837"/>
            <a:ext cx="4525394" cy="3689897"/>
          </a:xfrm>
        </p:spPr>
        <p:txBody>
          <a:bodyPr/>
          <a:lstStyle/>
          <a:p>
            <a:pPr marL="0" indent="0" algn="l"/>
            <a:r>
              <a:rPr lang="en-US" sz="1400">
                <a:solidFill>
                  <a:srgbClr val="000000"/>
                </a:solidFill>
              </a:rPr>
              <a:t>An extended ACL on R3 would accomplish the task, but the administrator does not control R3. In addition, this solution allows unwanted traffic to cross the entire network, only to be blocked at the destination.</a:t>
            </a:r>
          </a:p>
          <a:p>
            <a:pPr marL="0" indent="0" algn="l"/>
            <a:r>
              <a:rPr lang="en-US" sz="1400">
                <a:solidFill>
                  <a:srgbClr val="000000"/>
                </a:solidFill>
              </a:rPr>
              <a:t>The solution is to place an extended ACL on R1 that specifies both source and destination addresses.</a:t>
            </a:r>
          </a:p>
          <a:p>
            <a:pPr marL="0" indent="0" algn="l"/>
            <a:r>
              <a:rPr lang="en-US" sz="1400">
                <a:solidFill>
                  <a:srgbClr val="000000"/>
                </a:solidFill>
              </a:rPr>
              <a:t>There are two possible interfaces on R1 to apply the extended ACL:</a:t>
            </a:r>
          </a:p>
          <a:p>
            <a:pPr marL="171450" indent="-171450" algn="l">
              <a:buFont typeface="Arial" panose="020B0604020202020204" pitchFamily="34" charset="0"/>
              <a:buChar char="•"/>
            </a:pPr>
            <a:r>
              <a:rPr lang="en-US" sz="1200" b="1">
                <a:solidFill>
                  <a:srgbClr val="000000"/>
                </a:solidFill>
              </a:rPr>
              <a:t>R1 S0/1/0 interface (outbound)</a:t>
            </a:r>
            <a:r>
              <a:rPr lang="en-US" sz="1200">
                <a:solidFill>
                  <a:srgbClr val="000000"/>
                </a:solidFill>
              </a:rPr>
              <a:t> - The extended ACL can be applied outbound on the S0/1/0 interface. This solution will process all packets leaving R1 including packets from 192.168.10.0/24.</a:t>
            </a:r>
          </a:p>
          <a:p>
            <a:pPr marL="171450" indent="-171450" algn="l">
              <a:buFont typeface="Arial" panose="020B0604020202020204" pitchFamily="34" charset="0"/>
              <a:buChar char="•"/>
            </a:pPr>
            <a:r>
              <a:rPr lang="en-US" sz="1200" b="1">
                <a:solidFill>
                  <a:srgbClr val="000000"/>
                </a:solidFill>
              </a:rPr>
              <a:t>R1 G0/0/1 interface (inbound)</a:t>
            </a:r>
            <a:r>
              <a:rPr lang="en-US" sz="1200">
                <a:solidFill>
                  <a:srgbClr val="000000"/>
                </a:solidFill>
              </a:rPr>
              <a:t> - The extended ACL can be applied inbound on the G0/0/1 and only packets from the 192.168.11.0/24 network are subject to ACL processing on R1. Because the filter is to be limited to only those packets leaving the 192.168.11.0/24 network, applying the extended ACL to </a:t>
            </a:r>
            <a:r>
              <a:rPr lang="en-US" sz="1200">
                <a:solidFill>
                  <a:schemeClr val="bg2">
                    <a:lumMod val="75000"/>
                  </a:schemeClr>
                </a:solidFill>
              </a:rPr>
              <a:t>G0/1 is the best solution</a:t>
            </a:r>
            <a:r>
              <a:rPr lang="en-US" sz="1200">
                <a:solidFill>
                  <a:srgbClr val="000000"/>
                </a:solidFill>
              </a:rPr>
              <a:t>.</a:t>
            </a:r>
          </a:p>
          <a:p>
            <a:pPr marL="342900" indent="-342900" algn="l">
              <a:buFont typeface="Arial" panose="020B0604020202020204" pitchFamily="34" charset="0"/>
              <a:buChar char="•"/>
            </a:pPr>
            <a:endParaRPr lang="en-US" sz="1400">
              <a:solidFill>
                <a:srgbClr val="000000"/>
              </a:solidFill>
            </a:endParaRPr>
          </a:p>
        </p:txBody>
      </p:sp>
      <p:pic>
        <p:nvPicPr>
          <p:cNvPr id="2" name="Picture 1">
            <a:extLst>
              <a:ext uri="{FF2B5EF4-FFF2-40B4-BE49-F238E27FC236}">
                <a16:creationId xmlns:a16="http://schemas.microsoft.com/office/drawing/2014/main" id="{036CD542-8B2A-487C-BF2F-30E811FB2378}"/>
              </a:ext>
            </a:extLst>
          </p:cNvPr>
          <p:cNvPicPr>
            <a:picLocks noChangeAspect="1"/>
          </p:cNvPicPr>
          <p:nvPr/>
        </p:nvPicPr>
        <p:blipFill>
          <a:blip r:embed="rId4"/>
          <a:stretch>
            <a:fillRect/>
          </a:stretch>
        </p:blipFill>
        <p:spPr>
          <a:xfrm>
            <a:off x="4915739" y="1156465"/>
            <a:ext cx="4067883" cy="2830569"/>
          </a:xfrm>
          <a:prstGeom prst="rect">
            <a:avLst/>
          </a:prstGeom>
        </p:spPr>
      </p:pic>
    </p:spTree>
    <p:custDataLst>
      <p:tags r:id="rId1"/>
    </p:custDataLst>
    <p:extLst>
      <p:ext uri="{BB962C8B-B14F-4D97-AF65-F5344CB8AC3E}">
        <p14:creationId xmlns:p14="http://schemas.microsoft.com/office/powerpoint/2010/main" val="18619848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4190828277"/>
      </p:ext>
    </p:extLst>
  </p:cSld>
  <p:clrMapOvr>
    <a:masterClrMapping/>
  </p:clrMapOvr>
  <p:transition spd="slow">
    <p:wipe/>
  </p:transition>
</p:sld>
</file>

<file path=ppt/tags/tag1.xml><?xml version="1.0" encoding="utf-8"?>
<p:tagLst xmlns:a="http://schemas.openxmlformats.org/drawingml/2006/main" xmlns:r="http://schemas.openxmlformats.org/officeDocument/2006/relationships" xmlns:p="http://schemas.openxmlformats.org/presentationml/2006/main">
  <p:tag name="ARTICULATE_PROJECT_OPEN" val="0"/>
  <p:tag name="ARTICULATE_SLIDE_COUNT" val="42"/>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Default Theme">
  <a:themeElements>
    <a:clrScheme name="Custom 6">
      <a:dk1>
        <a:srgbClr val="58585B"/>
      </a:dk1>
      <a:lt1>
        <a:srgbClr val="FFFFFF"/>
      </a:lt1>
      <a:dk2>
        <a:srgbClr val="58585B"/>
      </a:dk2>
      <a:lt2>
        <a:srgbClr val="81C569"/>
      </a:lt2>
      <a:accent1>
        <a:srgbClr val="004C69"/>
      </a:accent1>
      <a:accent2>
        <a:srgbClr val="9E0B0F"/>
      </a:accent2>
      <a:accent3>
        <a:srgbClr val="FFFFFF"/>
      </a:accent3>
      <a:accent4>
        <a:srgbClr val="367187"/>
      </a:accent4>
      <a:accent5>
        <a:srgbClr val="38C6F4"/>
      </a:accent5>
      <a:accent6>
        <a:srgbClr val="FBAB18"/>
      </a:accent6>
      <a:hlink>
        <a:srgbClr val="38C6F4"/>
      </a:hlink>
      <a:folHlink>
        <a:srgbClr val="81C569"/>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6A4D7"/>
        </a:solidFill>
        <a:ln>
          <a:noFill/>
        </a:ln>
        <a:effectLst/>
      </a:spPr>
      <a:bodyPr rtlCol="0" anchor="ctr"/>
      <a:lstStyle>
        <a:defPPr algn="ctr">
          <a:defRPr dirty="0" smtClean="0"/>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ITE7_Chp1_Example-1" id="{4A20ED44-3835-F149-9AE4-C332C230E09E}" vid="{AFB5BC48-58F8-AD45-912F-AE2AD65EB6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6298</TotalTime>
  <Words>3338</Words>
  <Application>Microsoft Office PowerPoint</Application>
  <PresentationFormat>On-screen Show (16:9)</PresentationFormat>
  <Paragraphs>347</Paragraphs>
  <Slides>31</Slides>
  <Notes>30</Notes>
  <HiddenSlides>0</HiddenSlides>
  <MMClips>0</MMClips>
  <ScaleCrop>false</ScaleCrop>
  <HeadingPairs>
    <vt:vector size="4" baseType="variant">
      <vt:variant>
        <vt:lpstr>Theme</vt:lpstr>
      </vt:variant>
      <vt:variant>
        <vt:i4>1</vt:i4>
      </vt:variant>
      <vt:variant>
        <vt:lpstr>Slide Titles</vt:lpstr>
      </vt:variant>
      <vt:variant>
        <vt:i4>31</vt:i4>
      </vt:variant>
    </vt:vector>
  </HeadingPairs>
  <TitlesOfParts>
    <vt:vector size="32" baseType="lpstr">
      <vt:lpstr>Default Theme</vt:lpstr>
      <vt:lpstr>Module 4: ACL Concepts</vt:lpstr>
      <vt:lpstr>Module Objectives</vt:lpstr>
      <vt:lpstr>4.1 Purpose of ACLs</vt:lpstr>
      <vt:lpstr>Purpose of ACLs What is an ACL?</vt:lpstr>
      <vt:lpstr>Purpose of ACLs What is an ACL? (Cont.)</vt:lpstr>
      <vt:lpstr>Purpose of ACLs Packet Filtering</vt:lpstr>
      <vt:lpstr>Purpose of ACLs ACL Operation</vt:lpstr>
      <vt:lpstr>Purpose of ACLs ACL Operation (Cont.)</vt:lpstr>
      <vt:lpstr>Global view of packet processing</vt:lpstr>
      <vt:lpstr>4.2 Wildcard Masks in ACLs</vt:lpstr>
      <vt:lpstr>Wildcard Masks in ACLs Wildcard Mask Overview</vt:lpstr>
      <vt:lpstr>Wildcard Masks in ACLs Wildcard Mask Overview (Cont.)</vt:lpstr>
      <vt:lpstr>Wildcard Masks in ACLs Wildcard Mask Types</vt:lpstr>
      <vt:lpstr>Wildcard Masks in ACLs Wildcard Mask Types (Cont.)</vt:lpstr>
      <vt:lpstr>Wildcard Masks in ACLs Wildcard Mask Types (Cont.)</vt:lpstr>
      <vt:lpstr>Wildcard Masks in ACLs Wildcard Mask Calculation</vt:lpstr>
      <vt:lpstr>Wildcard Masks in ACLs Wildcard Mask Keywords</vt:lpstr>
      <vt:lpstr>4.3 Guidelines for ACL Creation</vt:lpstr>
      <vt:lpstr>Guidelines for ACL Creation Limited Number of ACLs per Interface</vt:lpstr>
      <vt:lpstr>Guidelines for ACL Creation ACL Best Practices</vt:lpstr>
      <vt:lpstr>4.4 Types of IPv4 ACLs</vt:lpstr>
      <vt:lpstr>Types of IPv4 ACLs Standard and Extended ACLs</vt:lpstr>
      <vt:lpstr>Types of IPv4 ACLs Numbered and Named ACLs</vt:lpstr>
      <vt:lpstr>Types of IPv4 ACLs Numbered and Named ACLs (Cont.)</vt:lpstr>
      <vt:lpstr>Types of IPv4 ACLs Where to Place ACLs</vt:lpstr>
      <vt:lpstr>Types of IPv4 ACLs Where to Place ACLs (Cont.)</vt:lpstr>
      <vt:lpstr>Types of IPv4 ACLs Standard ACL Placement Example</vt:lpstr>
      <vt:lpstr>Types of IPv4 ACLs Standard ACL Placement Example (Cont.)</vt:lpstr>
      <vt:lpstr>Types of IPv4 ACLs Extended ACL Placement Example</vt:lpstr>
      <vt:lpstr>Types of IPv4 ACLs Extended ACL Placement Example (Cont.)</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Basic Switch and End Device Configuration</dc:title>
  <dc:creator>Stephanie Harvey</dc:creator>
  <cp:lastModifiedBy>Július Baráth</cp:lastModifiedBy>
  <cp:revision>441</cp:revision>
  <dcterms:created xsi:type="dcterms:W3CDTF">2019-10-18T06:21:22Z</dcterms:created>
  <dcterms:modified xsi:type="dcterms:W3CDTF">2025-09-09T07:14:16Z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ffisync_ProviderInitializationData">
    <vt:lpwstr>https://cisco.jiveon.com</vt:lpwstr>
  </property>
  <property fmtid="{D5CDD505-2E9C-101B-9397-08002B2CF9AE}" pid="3" name="Offisync_UpdateToken">
    <vt:lpwstr>1</vt:lpwstr>
  </property>
  <property fmtid="{D5CDD505-2E9C-101B-9397-08002B2CF9AE}" pid="4" name="Offisync_ServerID">
    <vt:lpwstr>07841bbc-cd3c-4a76-827f-75a2226890f4</vt:lpwstr>
  </property>
  <property fmtid="{D5CDD505-2E9C-101B-9397-08002B2CF9AE}" pid="5" name="Offisync_UniqueId">
    <vt:lpwstr>1702406</vt:lpwstr>
  </property>
  <property fmtid="{D5CDD505-2E9C-101B-9397-08002B2CF9AE}" pid="6" name="Jive_VersionGuid">
    <vt:lpwstr>fd96a0b3-f68d-4727-8e4f-2128d37ed30a</vt:lpwstr>
  </property>
  <property fmtid="{D5CDD505-2E9C-101B-9397-08002B2CF9AE}" pid="7" name="Jive_LatestUserAccountName">
    <vt:lpwstr>alljohns</vt:lpwstr>
  </property>
  <property fmtid="{D5CDD505-2E9C-101B-9397-08002B2CF9AE}" pid="8" name="ArticulateGUID">
    <vt:lpwstr>F9A496F7-57D7-4028-9572-D40DFDF3715A</vt:lpwstr>
  </property>
  <property fmtid="{D5CDD505-2E9C-101B-9397-08002B2CF9AE}" pid="9" name="ArticulatePath">
    <vt:lpwstr>ITE7_Chp9_by_jg</vt:lpwstr>
  </property>
</Properties>
</file>